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21"/>
  </p:notesMasterIdLst>
  <p:handoutMasterIdLst>
    <p:handoutMasterId r:id="rId22"/>
  </p:handoutMasterIdLst>
  <p:sldIdLst>
    <p:sldId id="256" r:id="rId5"/>
    <p:sldId id="261" r:id="rId6"/>
    <p:sldId id="258" r:id="rId7"/>
    <p:sldId id="275" r:id="rId8"/>
    <p:sldId id="279" r:id="rId9"/>
    <p:sldId id="276" r:id="rId10"/>
    <p:sldId id="277" r:id="rId11"/>
    <p:sldId id="262" r:id="rId12"/>
    <p:sldId id="264" r:id="rId13"/>
    <p:sldId id="278" r:id="rId14"/>
    <p:sldId id="266" r:id="rId15"/>
    <p:sldId id="267" r:id="rId16"/>
    <p:sldId id="280" r:id="rId17"/>
    <p:sldId id="281" r:id="rId18"/>
    <p:sldId id="260" r:id="rId19"/>
    <p:sldId id="26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0568CE-0D9B-4F17-9BF5-AB67AD69971D}" v="1373" dt="2026-05-05T19:44:15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43" autoAdjust="0"/>
    <p:restoredTop sz="81699" autoAdjust="0"/>
  </p:normalViewPr>
  <p:slideViewPr>
    <p:cSldViewPr snapToGrid="0">
      <p:cViewPr varScale="1">
        <p:scale>
          <a:sx n="67" d="100"/>
          <a:sy n="67" d="100"/>
        </p:scale>
        <p:origin x="1138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c Snodgrass" userId="fc6206cd76c8efb5" providerId="LiveId" clId="{DD8BE2BA-7FBF-46BE-AD3E-5CEDB9146300}"/>
    <pc:docChg chg="undo custSel addSld delSld modSld sldOrd">
      <pc:chgData name="Alec Snodgrass" userId="fc6206cd76c8efb5" providerId="LiveId" clId="{DD8BE2BA-7FBF-46BE-AD3E-5CEDB9146300}" dt="2026-05-05T20:27:29.662" v="7182" actId="1036"/>
      <pc:docMkLst>
        <pc:docMk/>
      </pc:docMkLst>
      <pc:sldChg chg="modSp mod">
        <pc:chgData name="Alec Snodgrass" userId="fc6206cd76c8efb5" providerId="LiveId" clId="{DD8BE2BA-7FBF-46BE-AD3E-5CEDB9146300}" dt="2026-05-04T17:24:39.594" v="237" actId="27636"/>
        <pc:sldMkLst>
          <pc:docMk/>
          <pc:sldMk cId="1487700712" sldId="256"/>
        </pc:sldMkLst>
        <pc:spChg chg="mod">
          <ac:chgData name="Alec Snodgrass" userId="fc6206cd76c8efb5" providerId="LiveId" clId="{DD8BE2BA-7FBF-46BE-AD3E-5CEDB9146300}" dt="2026-05-04T16:39:20.182" v="41" actId="20577"/>
          <ac:spMkLst>
            <pc:docMk/>
            <pc:sldMk cId="1487700712" sldId="256"/>
            <ac:spMk id="2" creationId="{C02C5318-1A1E-49D0-B2E2-A4B0FA9E8A40}"/>
          </ac:spMkLst>
        </pc:spChg>
        <pc:spChg chg="mod">
          <ac:chgData name="Alec Snodgrass" userId="fc6206cd76c8efb5" providerId="LiveId" clId="{DD8BE2BA-7FBF-46BE-AD3E-5CEDB9146300}" dt="2026-05-04T17:24:39.594" v="237" actId="27636"/>
          <ac:spMkLst>
            <pc:docMk/>
            <pc:sldMk cId="1487700712" sldId="256"/>
            <ac:spMk id="3" creationId="{48B6CF59-4E5B-494D-A2F7-97ADD01E6497}"/>
          </ac:spMkLst>
        </pc:spChg>
      </pc:sldChg>
      <pc:sldChg chg="addSp delSp modSp mod modNotesTx">
        <pc:chgData name="Alec Snodgrass" userId="fc6206cd76c8efb5" providerId="LiveId" clId="{DD8BE2BA-7FBF-46BE-AD3E-5CEDB9146300}" dt="2026-05-05T20:15:02.569" v="7180" actId="20577"/>
        <pc:sldMkLst>
          <pc:docMk/>
          <pc:sldMk cId="497607547" sldId="258"/>
        </pc:sldMkLst>
        <pc:spChg chg="mod">
          <ac:chgData name="Alec Snodgrass" userId="fc6206cd76c8efb5" providerId="LiveId" clId="{DD8BE2BA-7FBF-46BE-AD3E-5CEDB9146300}" dt="2026-05-04T17:24:51.187" v="247" actId="20577"/>
          <ac:spMkLst>
            <pc:docMk/>
            <pc:sldMk cId="497607547" sldId="258"/>
            <ac:spMk id="2" creationId="{921633EB-7DCB-4DDC-80AF-C885A3EE1245}"/>
          </ac:spMkLst>
        </pc:spChg>
        <pc:spChg chg="add del mod">
          <ac:chgData name="Alec Snodgrass" userId="fc6206cd76c8efb5" providerId="LiveId" clId="{DD8BE2BA-7FBF-46BE-AD3E-5CEDB9146300}" dt="2026-05-04T17:25:46.169" v="257" actId="478"/>
          <ac:spMkLst>
            <pc:docMk/>
            <pc:sldMk cId="497607547" sldId="258"/>
            <ac:spMk id="3" creationId="{7A7DA8E6-B274-D007-EC55-B1FF9F29BF79}"/>
          </ac:spMkLst>
        </pc:spChg>
        <pc:spChg chg="del mod">
          <ac:chgData name="Alec Snodgrass" userId="fc6206cd76c8efb5" providerId="LiveId" clId="{DD8BE2BA-7FBF-46BE-AD3E-5CEDB9146300}" dt="2026-05-04T20:13:31.955" v="782" actId="478"/>
          <ac:spMkLst>
            <pc:docMk/>
            <pc:sldMk cId="497607547" sldId="258"/>
            <ac:spMk id="6" creationId="{FB2DF07F-CA85-C476-B4F8-646277C19A0B}"/>
          </ac:spMkLst>
        </pc:spChg>
        <pc:spChg chg="mod">
          <ac:chgData name="Alec Snodgrass" userId="fc6206cd76c8efb5" providerId="LiveId" clId="{DD8BE2BA-7FBF-46BE-AD3E-5CEDB9146300}" dt="2026-05-04T21:14:40.105" v="2090" actId="20577"/>
          <ac:spMkLst>
            <pc:docMk/>
            <pc:sldMk cId="497607547" sldId="258"/>
            <ac:spMk id="12" creationId="{7CCA21C3-9C44-9053-DB14-518533ED6B99}"/>
          </ac:spMkLst>
        </pc:spChg>
        <pc:graphicFrameChg chg="add del modGraphic">
          <ac:chgData name="Alec Snodgrass" userId="fc6206cd76c8efb5" providerId="LiveId" clId="{DD8BE2BA-7FBF-46BE-AD3E-5CEDB9146300}" dt="2026-05-04T20:31:40.282" v="1261" actId="3680"/>
          <ac:graphicFrameMkLst>
            <pc:docMk/>
            <pc:sldMk cId="497607547" sldId="258"/>
            <ac:graphicFrameMk id="8" creationId="{13DF06F9-56E6-E343-7245-E7281929B004}"/>
          </ac:graphicFrameMkLst>
        </pc:graphicFrameChg>
        <pc:graphicFrameChg chg="add del mod modGraphic">
          <ac:chgData name="Alec Snodgrass" userId="fc6206cd76c8efb5" providerId="LiveId" clId="{DD8BE2BA-7FBF-46BE-AD3E-5CEDB9146300}" dt="2026-05-04T20:41:47.164" v="1603" actId="478"/>
          <ac:graphicFrameMkLst>
            <pc:docMk/>
            <pc:sldMk cId="497607547" sldId="258"/>
            <ac:graphicFrameMk id="9" creationId="{91DDA621-B4FE-B482-D00D-94AF8A8429F0}"/>
          </ac:graphicFrameMkLst>
        </pc:graphicFrameChg>
        <pc:graphicFrameChg chg="add mod modGraphic">
          <ac:chgData name="Alec Snodgrass" userId="fc6206cd76c8efb5" providerId="LiveId" clId="{DD8BE2BA-7FBF-46BE-AD3E-5CEDB9146300}" dt="2026-05-05T20:15:02.569" v="7180" actId="20577"/>
          <ac:graphicFrameMkLst>
            <pc:docMk/>
            <pc:sldMk cId="497607547" sldId="258"/>
            <ac:graphicFrameMk id="10" creationId="{8DA13827-83A1-5ADE-CF3F-5A5FA02B3362}"/>
          </ac:graphicFrameMkLst>
        </pc:graphicFrameChg>
        <pc:picChg chg="del">
          <ac:chgData name="Alec Snodgrass" userId="fc6206cd76c8efb5" providerId="LiveId" clId="{DD8BE2BA-7FBF-46BE-AD3E-5CEDB9146300}" dt="2026-05-04T17:24:53.440" v="248" actId="478"/>
          <ac:picMkLst>
            <pc:docMk/>
            <pc:sldMk cId="497607547" sldId="258"/>
            <ac:picMk id="4" creationId="{6296AE08-8710-B83F-9764-8E9CB2EC91F7}"/>
          </ac:picMkLst>
        </pc:picChg>
        <pc:picChg chg="add del mod modCrop">
          <ac:chgData name="Alec Snodgrass" userId="fc6206cd76c8efb5" providerId="LiveId" clId="{DD8BE2BA-7FBF-46BE-AD3E-5CEDB9146300}" dt="2026-05-04T20:17:54.139" v="857" actId="21"/>
          <ac:picMkLst>
            <pc:docMk/>
            <pc:sldMk cId="497607547" sldId="258"/>
            <ac:picMk id="4" creationId="{6A1BD013-981C-0837-3336-2C793D68FC46}"/>
          </ac:picMkLst>
        </pc:picChg>
        <pc:picChg chg="add del mod">
          <ac:chgData name="Alec Snodgrass" userId="fc6206cd76c8efb5" providerId="LiveId" clId="{DD8BE2BA-7FBF-46BE-AD3E-5CEDB9146300}" dt="2026-05-04T20:17:54.139" v="857" actId="21"/>
          <ac:picMkLst>
            <pc:docMk/>
            <pc:sldMk cId="497607547" sldId="258"/>
            <ac:picMk id="7" creationId="{12375F9C-5FED-7DDB-C25D-D1946318059E}"/>
          </ac:picMkLst>
        </pc:picChg>
        <pc:picChg chg="add mod">
          <ac:chgData name="Alec Snodgrass" userId="fc6206cd76c8efb5" providerId="LiveId" clId="{DD8BE2BA-7FBF-46BE-AD3E-5CEDB9146300}" dt="2026-05-04T21:16:21.026" v="2103" actId="1076"/>
          <ac:picMkLst>
            <pc:docMk/>
            <pc:sldMk cId="497607547" sldId="258"/>
            <ac:picMk id="1026" creationId="{1C10FECB-C379-4049-B81C-F2F7D50F9CE5}"/>
          </ac:picMkLst>
        </pc:picChg>
        <pc:picChg chg="del">
          <ac:chgData name="Alec Snodgrass" userId="fc6206cd76c8efb5" providerId="LiveId" clId="{DD8BE2BA-7FBF-46BE-AD3E-5CEDB9146300}" dt="2026-05-04T17:24:55.656" v="249" actId="478"/>
          <ac:picMkLst>
            <pc:docMk/>
            <pc:sldMk cId="497607547" sldId="258"/>
            <ac:picMk id="1026" creationId="{32DBE01B-D5C3-6E71-2E5F-6FB320E81E1F}"/>
          </ac:picMkLst>
        </pc:picChg>
      </pc:sldChg>
      <pc:sldChg chg="modSp mod">
        <pc:chgData name="Alec Snodgrass" userId="fc6206cd76c8efb5" providerId="LiveId" clId="{DD8BE2BA-7FBF-46BE-AD3E-5CEDB9146300}" dt="2026-05-04T19:36:41.492" v="760" actId="12788"/>
        <pc:sldMkLst>
          <pc:docMk/>
          <pc:sldMk cId="1703342593" sldId="261"/>
        </pc:sldMkLst>
        <pc:graphicFrameChg chg="mod modGraphic">
          <ac:chgData name="Alec Snodgrass" userId="fc6206cd76c8efb5" providerId="LiveId" clId="{DD8BE2BA-7FBF-46BE-AD3E-5CEDB9146300}" dt="2026-05-04T19:36:41.492" v="760" actId="12788"/>
          <ac:graphicFrameMkLst>
            <pc:docMk/>
            <pc:sldMk cId="1703342593" sldId="261"/>
            <ac:graphicFrameMk id="4" creationId="{81E592E1-99DF-4294-A2E9-EF46299BD3F4}"/>
          </ac:graphicFrameMkLst>
        </pc:graphicFrameChg>
      </pc:sldChg>
      <pc:sldChg chg="addSp delSp modSp mod modNotesTx">
        <pc:chgData name="Alec Snodgrass" userId="fc6206cd76c8efb5" providerId="LiveId" clId="{DD8BE2BA-7FBF-46BE-AD3E-5CEDB9146300}" dt="2026-05-05T17:14:08.806" v="6686" actId="20577"/>
        <pc:sldMkLst>
          <pc:docMk/>
          <pc:sldMk cId="3898281859" sldId="262"/>
        </pc:sldMkLst>
        <pc:spChg chg="mod">
          <ac:chgData name="Alec Snodgrass" userId="fc6206cd76c8efb5" providerId="LiveId" clId="{DD8BE2BA-7FBF-46BE-AD3E-5CEDB9146300}" dt="2026-05-04T22:37:21.743" v="4367" actId="20577"/>
          <ac:spMkLst>
            <pc:docMk/>
            <pc:sldMk cId="3898281859" sldId="262"/>
            <ac:spMk id="2" creationId="{A4684DC8-7262-458A-CAFE-DEBB410DFD87}"/>
          </ac:spMkLst>
        </pc:spChg>
        <pc:spChg chg="mod">
          <ac:chgData name="Alec Snodgrass" userId="fc6206cd76c8efb5" providerId="LiveId" clId="{DD8BE2BA-7FBF-46BE-AD3E-5CEDB9146300}" dt="2026-05-04T22:49:42.528" v="4494" actId="27636"/>
          <ac:spMkLst>
            <pc:docMk/>
            <pc:sldMk cId="3898281859" sldId="262"/>
            <ac:spMk id="3" creationId="{B27A5BA0-8088-CCE4-F303-1F38700DAA80}"/>
          </ac:spMkLst>
        </pc:spChg>
        <pc:spChg chg="add mod">
          <ac:chgData name="Alec Snodgrass" userId="fc6206cd76c8efb5" providerId="LiveId" clId="{DD8BE2BA-7FBF-46BE-AD3E-5CEDB9146300}" dt="2026-05-04T22:51:35.894" v="4570"/>
          <ac:spMkLst>
            <pc:docMk/>
            <pc:sldMk cId="3898281859" sldId="262"/>
            <ac:spMk id="4" creationId="{FF08B575-3581-FDF3-7A20-BDEF36F4E345}"/>
          </ac:spMkLst>
        </pc:spChg>
        <pc:picChg chg="add mod">
          <ac:chgData name="Alec Snodgrass" userId="fc6206cd76c8efb5" providerId="LiveId" clId="{DD8BE2BA-7FBF-46BE-AD3E-5CEDB9146300}" dt="2026-05-04T22:48:52.978" v="4402" actId="1076"/>
          <ac:picMkLst>
            <pc:docMk/>
            <pc:sldMk cId="3898281859" sldId="262"/>
            <ac:picMk id="6" creationId="{CC3D5C07-B50C-C05F-C563-1B81D65F7208}"/>
          </ac:picMkLst>
        </pc:picChg>
        <pc:picChg chg="del">
          <ac:chgData name="Alec Snodgrass" userId="fc6206cd76c8efb5" providerId="LiveId" clId="{DD8BE2BA-7FBF-46BE-AD3E-5CEDB9146300}" dt="2026-05-04T17:53:34.488" v="520" actId="478"/>
          <ac:picMkLst>
            <pc:docMk/>
            <pc:sldMk cId="3898281859" sldId="262"/>
            <ac:picMk id="3074" creationId="{0805092B-BE06-75AA-79A3-B81E5D7C6003}"/>
          </ac:picMkLst>
        </pc:picChg>
      </pc:sldChg>
      <pc:sldChg chg="addSp delSp modSp mod ord">
        <pc:chgData name="Alec Snodgrass" userId="fc6206cd76c8efb5" providerId="LiveId" clId="{DD8BE2BA-7FBF-46BE-AD3E-5CEDB9146300}" dt="2026-05-05T16:26:33.617" v="6647"/>
        <pc:sldMkLst>
          <pc:docMk/>
          <pc:sldMk cId="2640396341" sldId="263"/>
        </pc:sldMkLst>
        <pc:spChg chg="mod">
          <ac:chgData name="Alec Snodgrass" userId="fc6206cd76c8efb5" providerId="LiveId" clId="{DD8BE2BA-7FBF-46BE-AD3E-5CEDB9146300}" dt="2026-05-04T17:55:08.491" v="652" actId="20577"/>
          <ac:spMkLst>
            <pc:docMk/>
            <pc:sldMk cId="2640396341" sldId="263"/>
            <ac:spMk id="2" creationId="{97CA45B8-7B99-17B5-899C-920511630800}"/>
          </ac:spMkLst>
        </pc:spChg>
        <pc:spChg chg="mod">
          <ac:chgData name="Alec Snodgrass" userId="fc6206cd76c8efb5" providerId="LiveId" clId="{DD8BE2BA-7FBF-46BE-AD3E-5CEDB9146300}" dt="2026-05-05T00:19:52.714" v="6412" actId="20577"/>
          <ac:spMkLst>
            <pc:docMk/>
            <pc:sldMk cId="2640396341" sldId="263"/>
            <ac:spMk id="3" creationId="{1171F23F-F73F-DBD6-05C2-0B71E82B565B}"/>
          </ac:spMkLst>
        </pc:spChg>
        <pc:spChg chg="mod">
          <ac:chgData name="Alec Snodgrass" userId="fc6206cd76c8efb5" providerId="LiveId" clId="{DD8BE2BA-7FBF-46BE-AD3E-5CEDB9146300}" dt="2026-05-05T00:22:01.004" v="6577" actId="20577"/>
          <ac:spMkLst>
            <pc:docMk/>
            <pc:sldMk cId="2640396341" sldId="263"/>
            <ac:spMk id="4" creationId="{6F496027-530A-8D33-503B-4DAA58A66E30}"/>
          </ac:spMkLst>
        </pc:spChg>
        <pc:spChg chg="add del mod">
          <ac:chgData name="Alec Snodgrass" userId="fc6206cd76c8efb5" providerId="LiveId" clId="{DD8BE2BA-7FBF-46BE-AD3E-5CEDB9146300}" dt="2026-05-05T00:13:42.869" v="6098" actId="478"/>
          <ac:spMkLst>
            <pc:docMk/>
            <pc:sldMk cId="2640396341" sldId="263"/>
            <ac:spMk id="5" creationId="{50E82A11-D89E-7A3E-B821-906F04526BFD}"/>
          </ac:spMkLst>
        </pc:spChg>
      </pc:sldChg>
      <pc:sldChg chg="addSp delSp modSp mod modNotesTx">
        <pc:chgData name="Alec Snodgrass" userId="fc6206cd76c8efb5" providerId="LiveId" clId="{DD8BE2BA-7FBF-46BE-AD3E-5CEDB9146300}" dt="2026-05-05T17:12:00.005" v="6684" actId="20577"/>
        <pc:sldMkLst>
          <pc:docMk/>
          <pc:sldMk cId="4171856848" sldId="264"/>
        </pc:sldMkLst>
        <pc:spChg chg="mod">
          <ac:chgData name="Alec Snodgrass" userId="fc6206cd76c8efb5" providerId="LiveId" clId="{DD8BE2BA-7FBF-46BE-AD3E-5CEDB9146300}" dt="2026-05-05T17:11:42.646" v="6682" actId="20577"/>
          <ac:spMkLst>
            <pc:docMk/>
            <pc:sldMk cId="4171856848" sldId="264"/>
            <ac:spMk id="2" creationId="{550266AE-CD8F-6BB2-EA7D-5C512F6C6D26}"/>
          </ac:spMkLst>
        </pc:spChg>
        <pc:spChg chg="mod">
          <ac:chgData name="Alec Snodgrass" userId="fc6206cd76c8efb5" providerId="LiveId" clId="{DD8BE2BA-7FBF-46BE-AD3E-5CEDB9146300}" dt="2026-05-04T23:36:16.374" v="5677" actId="27636"/>
          <ac:spMkLst>
            <pc:docMk/>
            <pc:sldMk cId="4171856848" sldId="264"/>
            <ac:spMk id="3" creationId="{B523006E-A92A-97AA-4E26-DA3AF8BE1931}"/>
          </ac:spMkLst>
        </pc:spChg>
        <pc:spChg chg="add mod">
          <ac:chgData name="Alec Snodgrass" userId="fc6206cd76c8efb5" providerId="LiveId" clId="{DD8BE2BA-7FBF-46BE-AD3E-5CEDB9146300}" dt="2026-05-05T17:10:43.038" v="6673" actId="478"/>
          <ac:spMkLst>
            <pc:docMk/>
            <pc:sldMk cId="4171856848" sldId="264"/>
            <ac:spMk id="4" creationId="{6204E331-4E37-7A89-D557-CADA3778132D}"/>
          </ac:spMkLst>
        </pc:spChg>
        <pc:spChg chg="add del mod">
          <ac:chgData name="Alec Snodgrass" userId="fc6206cd76c8efb5" providerId="LiveId" clId="{DD8BE2BA-7FBF-46BE-AD3E-5CEDB9146300}" dt="2026-05-05T17:10:44.068" v="6674" actId="478"/>
          <ac:spMkLst>
            <pc:docMk/>
            <pc:sldMk cId="4171856848" sldId="264"/>
            <ac:spMk id="5" creationId="{3F76AC24-52C3-F1FB-25C4-9AC1BAEDCC0D}"/>
          </ac:spMkLst>
        </pc:spChg>
        <pc:picChg chg="del">
          <ac:chgData name="Alec Snodgrass" userId="fc6206cd76c8efb5" providerId="LiveId" clId="{DD8BE2BA-7FBF-46BE-AD3E-5CEDB9146300}" dt="2026-05-04T17:54:09.131" v="574" actId="478"/>
          <ac:picMkLst>
            <pc:docMk/>
            <pc:sldMk cId="4171856848" sldId="264"/>
            <ac:picMk id="17" creationId="{E96659EE-3BAF-F76E-F7A0-6FFAB25E29B4}"/>
          </ac:picMkLst>
        </pc:picChg>
        <pc:picChg chg="add del mod">
          <ac:chgData name="Alec Snodgrass" userId="fc6206cd76c8efb5" providerId="LiveId" clId="{DD8BE2BA-7FBF-46BE-AD3E-5CEDB9146300}" dt="2026-05-05T17:10:44.068" v="6674" actId="478"/>
          <ac:picMkLst>
            <pc:docMk/>
            <pc:sldMk cId="4171856848" sldId="264"/>
            <ac:picMk id="1026" creationId="{60CB2E7C-AF82-4B02-005D-AA9243B452AC}"/>
          </ac:picMkLst>
        </pc:picChg>
        <pc:picChg chg="add mod">
          <ac:chgData name="Alec Snodgrass" userId="fc6206cd76c8efb5" providerId="LiveId" clId="{DD8BE2BA-7FBF-46BE-AD3E-5CEDB9146300}" dt="2026-05-05T17:11:14.911" v="6681" actId="14100"/>
          <ac:picMkLst>
            <pc:docMk/>
            <pc:sldMk cId="4171856848" sldId="264"/>
            <ac:picMk id="1028" creationId="{2C0425D3-2D6B-0667-A9D6-ABDAA881E790}"/>
          </ac:picMkLst>
        </pc:picChg>
      </pc:sldChg>
      <pc:sldChg chg="addSp delSp modSp mod ord delAnim modAnim">
        <pc:chgData name="Alec Snodgrass" userId="fc6206cd76c8efb5" providerId="LiveId" clId="{DD8BE2BA-7FBF-46BE-AD3E-5CEDB9146300}" dt="2026-05-05T19:45:21.562" v="7177" actId="1076"/>
        <pc:sldMkLst>
          <pc:docMk/>
          <pc:sldMk cId="2176440487" sldId="266"/>
        </pc:sldMkLst>
        <pc:spChg chg="mod">
          <ac:chgData name="Alec Snodgrass" userId="fc6206cd76c8efb5" providerId="LiveId" clId="{DD8BE2BA-7FBF-46BE-AD3E-5CEDB9146300}" dt="2026-05-04T17:55:36.581" v="673" actId="20577"/>
          <ac:spMkLst>
            <pc:docMk/>
            <pc:sldMk cId="2176440487" sldId="266"/>
            <ac:spMk id="2" creationId="{DAFB44DD-753C-20E5-BDAE-5DDCDF31B44A}"/>
          </ac:spMkLst>
        </pc:spChg>
        <pc:spChg chg="del mod">
          <ac:chgData name="Alec Snodgrass" userId="fc6206cd76c8efb5" providerId="LiveId" clId="{DD8BE2BA-7FBF-46BE-AD3E-5CEDB9146300}" dt="2026-05-05T00:32:08.849" v="6580" actId="478"/>
          <ac:spMkLst>
            <pc:docMk/>
            <pc:sldMk cId="2176440487" sldId="266"/>
            <ac:spMk id="3" creationId="{B8BFFC56-7972-2499-75CF-AA4E21FA156F}"/>
          </ac:spMkLst>
        </pc:spChg>
        <pc:spChg chg="del mod">
          <ac:chgData name="Alec Snodgrass" userId="fc6206cd76c8efb5" providerId="LiveId" clId="{DD8BE2BA-7FBF-46BE-AD3E-5CEDB9146300}" dt="2026-05-05T00:31:59.269" v="6578"/>
          <ac:spMkLst>
            <pc:docMk/>
            <pc:sldMk cId="2176440487" sldId="266"/>
            <ac:spMk id="4" creationId="{954845A9-A760-45D4-E4C3-BF749AABFF90}"/>
          </ac:spMkLst>
        </pc:spChg>
        <pc:spChg chg="add del mod">
          <ac:chgData name="Alec Snodgrass" userId="fc6206cd76c8efb5" providerId="LiveId" clId="{DD8BE2BA-7FBF-46BE-AD3E-5CEDB9146300}" dt="2026-05-05T19:44:15.556" v="7167"/>
          <ac:spMkLst>
            <pc:docMk/>
            <pc:sldMk cId="2176440487" sldId="266"/>
            <ac:spMk id="4" creationId="{EED5EB43-F07A-B4AC-68EE-1AB3A7B961D8}"/>
          </ac:spMkLst>
        </pc:spChg>
        <pc:spChg chg="add del mod">
          <ac:chgData name="Alec Snodgrass" userId="fc6206cd76c8efb5" providerId="LiveId" clId="{DD8BE2BA-7FBF-46BE-AD3E-5CEDB9146300}" dt="2026-05-05T00:32:10.968" v="6581" actId="478"/>
          <ac:spMkLst>
            <pc:docMk/>
            <pc:sldMk cId="2176440487" sldId="266"/>
            <ac:spMk id="7" creationId="{45F5CE8C-A4AE-184C-00D8-E68CE7A6A001}"/>
          </ac:spMkLst>
        </pc:spChg>
        <pc:picChg chg="add del mod">
          <ac:chgData name="Alec Snodgrass" userId="fc6206cd76c8efb5" providerId="LiveId" clId="{DD8BE2BA-7FBF-46BE-AD3E-5CEDB9146300}" dt="2026-05-05T19:25:59.421" v="7161" actId="478"/>
          <ac:picMkLst>
            <pc:docMk/>
            <pc:sldMk cId="2176440487" sldId="266"/>
            <ac:picMk id="5" creationId="{9DDB663A-F7F7-6138-2643-A09EE70127AB}"/>
          </ac:picMkLst>
        </pc:picChg>
        <pc:picChg chg="add mod">
          <ac:chgData name="Alec Snodgrass" userId="fc6206cd76c8efb5" providerId="LiveId" clId="{DD8BE2BA-7FBF-46BE-AD3E-5CEDB9146300}" dt="2026-05-05T19:45:21.562" v="7177" actId="1076"/>
          <ac:picMkLst>
            <pc:docMk/>
            <pc:sldMk cId="2176440487" sldId="266"/>
            <ac:picMk id="6" creationId="{857BF9BB-0381-5A0F-383D-2E3F06F157A4}"/>
          </ac:picMkLst>
        </pc:picChg>
        <pc:picChg chg="del">
          <ac:chgData name="Alec Snodgrass" userId="fc6206cd76c8efb5" providerId="LiveId" clId="{DD8BE2BA-7FBF-46BE-AD3E-5CEDB9146300}" dt="2026-05-04T17:55:40.592" v="674" actId="478"/>
          <ac:picMkLst>
            <pc:docMk/>
            <pc:sldMk cId="2176440487" sldId="266"/>
            <ac:picMk id="5122" creationId="{53A1D4E1-804C-92EE-22A5-8FCD1CB96664}"/>
          </ac:picMkLst>
        </pc:picChg>
      </pc:sldChg>
      <pc:sldChg chg="addSp delSp modSp mod ord">
        <pc:chgData name="Alec Snodgrass" userId="fc6206cd76c8efb5" providerId="LiveId" clId="{DD8BE2BA-7FBF-46BE-AD3E-5CEDB9146300}" dt="2026-05-05T19:44:55.336" v="7171"/>
        <pc:sldMkLst>
          <pc:docMk/>
          <pc:sldMk cId="2018215770" sldId="267"/>
        </pc:sldMkLst>
        <pc:spChg chg="mod">
          <ac:chgData name="Alec Snodgrass" userId="fc6206cd76c8efb5" providerId="LiveId" clId="{DD8BE2BA-7FBF-46BE-AD3E-5CEDB9146300}" dt="2026-05-05T00:36:11.992" v="6611" actId="20577"/>
          <ac:spMkLst>
            <pc:docMk/>
            <pc:sldMk cId="2018215770" sldId="267"/>
            <ac:spMk id="2" creationId="{02A0151D-2894-D63E-3CD0-7709F16D0289}"/>
          </ac:spMkLst>
        </pc:spChg>
        <pc:spChg chg="del mod">
          <ac:chgData name="Alec Snodgrass" userId="fc6206cd76c8efb5" providerId="LiveId" clId="{DD8BE2BA-7FBF-46BE-AD3E-5CEDB9146300}" dt="2026-05-05T00:36:00.906" v="6591"/>
          <ac:spMkLst>
            <pc:docMk/>
            <pc:sldMk cId="2018215770" sldId="267"/>
            <ac:spMk id="3" creationId="{263752DE-1C5B-D56E-EA87-EB11C91B041B}"/>
          </ac:spMkLst>
        </pc:spChg>
        <pc:spChg chg="add del mod">
          <ac:chgData name="Alec Snodgrass" userId="fc6206cd76c8efb5" providerId="LiveId" clId="{DD8BE2BA-7FBF-46BE-AD3E-5CEDB9146300}" dt="2026-05-05T19:44:42.219" v="7169"/>
          <ac:spMkLst>
            <pc:docMk/>
            <pc:sldMk cId="2018215770" sldId="267"/>
            <ac:spMk id="4" creationId="{1E9FD9E4-0EA7-D4C6-C51F-AF4398B8E833}"/>
          </ac:spMkLst>
        </pc:spChg>
        <pc:spChg chg="del">
          <ac:chgData name="Alec Snodgrass" userId="fc6206cd76c8efb5" providerId="LiveId" clId="{DD8BE2BA-7FBF-46BE-AD3E-5CEDB9146300}" dt="2026-05-05T00:34:29.239" v="6588"/>
          <ac:spMkLst>
            <pc:docMk/>
            <pc:sldMk cId="2018215770" sldId="267"/>
            <ac:spMk id="4" creationId="{5F1E4426-BDCA-E118-FB5A-C370D725A459}"/>
          </ac:spMkLst>
        </pc:spChg>
        <pc:spChg chg="add del mod">
          <ac:chgData name="Alec Snodgrass" userId="fc6206cd76c8efb5" providerId="LiveId" clId="{DD8BE2BA-7FBF-46BE-AD3E-5CEDB9146300}" dt="2026-05-05T19:44:55.336" v="7171"/>
          <ac:spMkLst>
            <pc:docMk/>
            <pc:sldMk cId="2018215770" sldId="267"/>
            <ac:spMk id="7" creationId="{B9F22B1E-529E-ECE0-9DEA-AE29853D1132}"/>
          </ac:spMkLst>
        </pc:spChg>
        <pc:grpChg chg="del">
          <ac:chgData name="Alec Snodgrass" userId="fc6206cd76c8efb5" providerId="LiveId" clId="{DD8BE2BA-7FBF-46BE-AD3E-5CEDB9146300}" dt="2026-05-04T19:30:25.907" v="741" actId="478"/>
          <ac:grpSpMkLst>
            <pc:docMk/>
            <pc:sldMk cId="2018215770" sldId="267"/>
            <ac:grpSpMk id="15" creationId="{E97B2937-B062-4684-2BA2-E772BF7EAFEF}"/>
          </ac:grpSpMkLst>
        </pc:grpChg>
        <pc:picChg chg="add del mod ord">
          <ac:chgData name="Alec Snodgrass" userId="fc6206cd76c8efb5" providerId="LiveId" clId="{DD8BE2BA-7FBF-46BE-AD3E-5CEDB9146300}" dt="2026-05-05T19:43:39.920" v="7166" actId="478"/>
          <ac:picMkLst>
            <pc:docMk/>
            <pc:sldMk cId="2018215770" sldId="267"/>
            <ac:picMk id="6" creationId="{D5A14745-EDBB-DE6D-A653-F6A7571CC91A}"/>
          </ac:picMkLst>
        </pc:picChg>
        <pc:picChg chg="add del mod ord">
          <ac:chgData name="Alec Snodgrass" userId="fc6206cd76c8efb5" providerId="LiveId" clId="{DD8BE2BA-7FBF-46BE-AD3E-5CEDB9146300}" dt="2026-05-05T19:43:38.582" v="7165" actId="478"/>
          <ac:picMkLst>
            <pc:docMk/>
            <pc:sldMk cId="2018215770" sldId="267"/>
            <ac:picMk id="8" creationId="{84001F53-8C07-05A0-F57E-B7BD0C8E8972}"/>
          </ac:picMkLst>
        </pc:picChg>
        <pc:picChg chg="add mod ord">
          <ac:chgData name="Alec Snodgrass" userId="fc6206cd76c8efb5" providerId="LiveId" clId="{DD8BE2BA-7FBF-46BE-AD3E-5CEDB9146300}" dt="2026-05-05T19:44:42.219" v="7169"/>
          <ac:picMkLst>
            <pc:docMk/>
            <pc:sldMk cId="2018215770" sldId="267"/>
            <ac:picMk id="10" creationId="{595CFC29-87C6-A3F7-A6A5-66FDAA5F84C7}"/>
          </ac:picMkLst>
        </pc:picChg>
        <pc:picChg chg="add mod ord">
          <ac:chgData name="Alec Snodgrass" userId="fc6206cd76c8efb5" providerId="LiveId" clId="{DD8BE2BA-7FBF-46BE-AD3E-5CEDB9146300}" dt="2026-05-05T19:44:55.336" v="7171"/>
          <ac:picMkLst>
            <pc:docMk/>
            <pc:sldMk cId="2018215770" sldId="267"/>
            <ac:picMk id="12" creationId="{A3254C0D-9B96-B12B-DE69-069B9E9A834E}"/>
          </ac:picMkLst>
        </pc:picChg>
        <pc:picChg chg="del">
          <ac:chgData name="Alec Snodgrass" userId="fc6206cd76c8efb5" providerId="LiveId" clId="{DD8BE2BA-7FBF-46BE-AD3E-5CEDB9146300}" dt="2026-05-04T19:30:27.056" v="742" actId="478"/>
          <ac:picMkLst>
            <pc:docMk/>
            <pc:sldMk cId="2018215770" sldId="267"/>
            <ac:picMk id="16" creationId="{9E994B0C-EE9A-FB91-E487-3156244D1560}"/>
          </ac:picMkLst>
        </pc:picChg>
        <pc:picChg chg="del">
          <ac:chgData name="Alec Snodgrass" userId="fc6206cd76c8efb5" providerId="LiveId" clId="{DD8BE2BA-7FBF-46BE-AD3E-5CEDB9146300}" dt="2026-05-04T19:30:27.900" v="743" actId="478"/>
          <ac:picMkLst>
            <pc:docMk/>
            <pc:sldMk cId="2018215770" sldId="267"/>
            <ac:picMk id="20" creationId="{B236721E-6B08-DDB4-8827-754716AB27DB}"/>
          </ac:picMkLst>
        </pc:picChg>
      </pc:sldChg>
      <pc:sldChg chg="delSp modSp del mod">
        <pc:chgData name="Alec Snodgrass" userId="fc6206cd76c8efb5" providerId="LiveId" clId="{DD8BE2BA-7FBF-46BE-AD3E-5CEDB9146300}" dt="2026-05-05T00:44:43.877" v="6613" actId="47"/>
        <pc:sldMkLst>
          <pc:docMk/>
          <pc:sldMk cId="3058773477" sldId="268"/>
        </pc:sldMkLst>
        <pc:spChg chg="mod">
          <ac:chgData name="Alec Snodgrass" userId="fc6206cd76c8efb5" providerId="LiveId" clId="{DD8BE2BA-7FBF-46BE-AD3E-5CEDB9146300}" dt="2026-05-04T19:30:10.836" v="735" actId="20577"/>
          <ac:spMkLst>
            <pc:docMk/>
            <pc:sldMk cId="3058773477" sldId="268"/>
            <ac:spMk id="2" creationId="{BA5457C8-093C-D3D3-4D39-7A1C9AC7092E}"/>
          </ac:spMkLst>
        </pc:spChg>
        <pc:spChg chg="mod">
          <ac:chgData name="Alec Snodgrass" userId="fc6206cd76c8efb5" providerId="LiveId" clId="{DD8BE2BA-7FBF-46BE-AD3E-5CEDB9146300}" dt="2026-05-05T00:44:39.099" v="6612" actId="14100"/>
          <ac:spMkLst>
            <pc:docMk/>
            <pc:sldMk cId="3058773477" sldId="268"/>
            <ac:spMk id="3" creationId="{C9EE3D24-014A-1329-697A-3AD442D265A4}"/>
          </ac:spMkLst>
        </pc:spChg>
        <pc:grpChg chg="del">
          <ac:chgData name="Alec Snodgrass" userId="fc6206cd76c8efb5" providerId="LiveId" clId="{DD8BE2BA-7FBF-46BE-AD3E-5CEDB9146300}" dt="2026-05-04T19:30:15.818" v="739" actId="478"/>
          <ac:grpSpMkLst>
            <pc:docMk/>
            <pc:sldMk cId="3058773477" sldId="268"/>
            <ac:grpSpMk id="5" creationId="{2B376EC6-B73F-B2CC-78DA-56770637C4E3}"/>
          </ac:grpSpMkLst>
        </pc:grpChg>
        <pc:picChg chg="del">
          <ac:chgData name="Alec Snodgrass" userId="fc6206cd76c8efb5" providerId="LiveId" clId="{DD8BE2BA-7FBF-46BE-AD3E-5CEDB9146300}" dt="2026-05-04T19:30:15.187" v="738" actId="478"/>
          <ac:picMkLst>
            <pc:docMk/>
            <pc:sldMk cId="3058773477" sldId="268"/>
            <ac:picMk id="8" creationId="{D541B3AF-9905-086E-1CD0-5C157FFBF293}"/>
          </ac:picMkLst>
        </pc:picChg>
        <pc:picChg chg="del">
          <ac:chgData name="Alec Snodgrass" userId="fc6206cd76c8efb5" providerId="LiveId" clId="{DD8BE2BA-7FBF-46BE-AD3E-5CEDB9146300}" dt="2026-05-04T19:30:14.579" v="737" actId="478"/>
          <ac:picMkLst>
            <pc:docMk/>
            <pc:sldMk cId="3058773477" sldId="268"/>
            <ac:picMk id="10" creationId="{4D0B1086-BBAF-7C70-9BAA-0F30F8CA1724}"/>
          </ac:picMkLst>
        </pc:picChg>
        <pc:picChg chg="del">
          <ac:chgData name="Alec Snodgrass" userId="fc6206cd76c8efb5" providerId="LiveId" clId="{DD8BE2BA-7FBF-46BE-AD3E-5CEDB9146300}" dt="2026-05-04T19:30:14.292" v="736" actId="478"/>
          <ac:picMkLst>
            <pc:docMk/>
            <pc:sldMk cId="3058773477" sldId="268"/>
            <ac:picMk id="12" creationId="{A6B9A883-4545-A5F6-B0E3-89425E9F6BFD}"/>
          </ac:picMkLst>
        </pc:picChg>
      </pc:sldChg>
      <pc:sldChg chg="del">
        <pc:chgData name="Alec Snodgrass" userId="fc6206cd76c8efb5" providerId="LiveId" clId="{DD8BE2BA-7FBF-46BE-AD3E-5CEDB9146300}" dt="2026-05-04T19:32:08.225" v="756" actId="47"/>
        <pc:sldMkLst>
          <pc:docMk/>
          <pc:sldMk cId="2949418213" sldId="269"/>
        </pc:sldMkLst>
      </pc:sldChg>
      <pc:sldChg chg="del">
        <pc:chgData name="Alec Snodgrass" userId="fc6206cd76c8efb5" providerId="LiveId" clId="{DD8BE2BA-7FBF-46BE-AD3E-5CEDB9146300}" dt="2026-05-04T19:32:09.887" v="757" actId="47"/>
        <pc:sldMkLst>
          <pc:docMk/>
          <pc:sldMk cId="4159232241" sldId="270"/>
        </pc:sldMkLst>
      </pc:sldChg>
      <pc:sldChg chg="del">
        <pc:chgData name="Alec Snodgrass" userId="fc6206cd76c8efb5" providerId="LiveId" clId="{DD8BE2BA-7FBF-46BE-AD3E-5CEDB9146300}" dt="2026-05-04T19:30:58.443" v="751" actId="47"/>
        <pc:sldMkLst>
          <pc:docMk/>
          <pc:sldMk cId="2843410898" sldId="271"/>
        </pc:sldMkLst>
      </pc:sldChg>
      <pc:sldChg chg="del">
        <pc:chgData name="Alec Snodgrass" userId="fc6206cd76c8efb5" providerId="LiveId" clId="{DD8BE2BA-7FBF-46BE-AD3E-5CEDB9146300}" dt="2026-05-04T19:30:56.615" v="750" actId="47"/>
        <pc:sldMkLst>
          <pc:docMk/>
          <pc:sldMk cId="70639240" sldId="272"/>
        </pc:sldMkLst>
      </pc:sldChg>
      <pc:sldChg chg="modSp del mod">
        <pc:chgData name="Alec Snodgrass" userId="fc6206cd76c8efb5" providerId="LiveId" clId="{DD8BE2BA-7FBF-46BE-AD3E-5CEDB9146300}" dt="2026-05-05T17:08:42.877" v="6667" actId="47"/>
        <pc:sldMkLst>
          <pc:docMk/>
          <pc:sldMk cId="3751064215" sldId="273"/>
        </pc:sldMkLst>
        <pc:spChg chg="mod">
          <ac:chgData name="Alec Snodgrass" userId="fc6206cd76c8efb5" providerId="LiveId" clId="{DD8BE2BA-7FBF-46BE-AD3E-5CEDB9146300}" dt="2026-05-04T19:31:15.558" v="755" actId="27636"/>
          <ac:spMkLst>
            <pc:docMk/>
            <pc:sldMk cId="3751064215" sldId="273"/>
            <ac:spMk id="3" creationId="{A16A5F52-2CFD-7260-5859-3771E2A2F4C9}"/>
          </ac:spMkLst>
        </pc:spChg>
      </pc:sldChg>
      <pc:sldChg chg="del">
        <pc:chgData name="Alec Snodgrass" userId="fc6206cd76c8efb5" providerId="LiveId" clId="{DD8BE2BA-7FBF-46BE-AD3E-5CEDB9146300}" dt="2026-05-04T19:31:10.041" v="753" actId="47"/>
        <pc:sldMkLst>
          <pc:docMk/>
          <pc:sldMk cId="3640551103" sldId="274"/>
        </pc:sldMkLst>
      </pc:sldChg>
      <pc:sldChg chg="addSp delSp modSp mod modNotesTx">
        <pc:chgData name="Alec Snodgrass" userId="fc6206cd76c8efb5" providerId="LiveId" clId="{DD8BE2BA-7FBF-46BE-AD3E-5CEDB9146300}" dt="2026-05-05T19:19:28.384" v="7159" actId="14"/>
        <pc:sldMkLst>
          <pc:docMk/>
          <pc:sldMk cId="3227545335" sldId="275"/>
        </pc:sldMkLst>
        <pc:spChg chg="mod">
          <ac:chgData name="Alec Snodgrass" userId="fc6206cd76c8efb5" providerId="LiveId" clId="{DD8BE2BA-7FBF-46BE-AD3E-5CEDB9146300}" dt="2026-05-05T16:21:51.845" v="6639" actId="20577"/>
          <ac:spMkLst>
            <pc:docMk/>
            <pc:sldMk cId="3227545335" sldId="275"/>
            <ac:spMk id="2" creationId="{51DBE3F5-6E4A-7A6B-E0D0-0DFFC90D8049}"/>
          </ac:spMkLst>
        </pc:spChg>
        <pc:spChg chg="add del mod">
          <ac:chgData name="Alec Snodgrass" userId="fc6206cd76c8efb5" providerId="LiveId" clId="{DD8BE2BA-7FBF-46BE-AD3E-5CEDB9146300}" dt="2026-05-04T17:26:56.883" v="353" actId="478"/>
          <ac:spMkLst>
            <pc:docMk/>
            <pc:sldMk cId="3227545335" sldId="275"/>
            <ac:spMk id="3" creationId="{6A2EAF00-D9EB-93DE-F8D8-4B370EA6091F}"/>
          </ac:spMkLst>
        </pc:spChg>
        <pc:spChg chg="add mod">
          <ac:chgData name="Alec Snodgrass" userId="fc6206cd76c8efb5" providerId="LiveId" clId="{DD8BE2BA-7FBF-46BE-AD3E-5CEDB9146300}" dt="2026-05-05T19:19:28.384" v="7159" actId="14"/>
          <ac:spMkLst>
            <pc:docMk/>
            <pc:sldMk cId="3227545335" sldId="275"/>
            <ac:spMk id="5" creationId="{E4FD18F6-9FBC-ACA6-6F2B-CAB45C9F9D35}"/>
          </ac:spMkLst>
        </pc:spChg>
        <pc:spChg chg="del mod">
          <ac:chgData name="Alec Snodgrass" userId="fc6206cd76c8efb5" providerId="LiveId" clId="{DD8BE2BA-7FBF-46BE-AD3E-5CEDB9146300}" dt="2026-05-04T20:18:14.043" v="861" actId="21"/>
          <ac:spMkLst>
            <pc:docMk/>
            <pc:sldMk cId="3227545335" sldId="275"/>
            <ac:spMk id="6" creationId="{FFABA24E-5C83-CC85-755E-D6951FD76D8C}"/>
          </ac:spMkLst>
        </pc:spChg>
        <pc:spChg chg="del">
          <ac:chgData name="Alec Snodgrass" userId="fc6206cd76c8efb5" providerId="LiveId" clId="{DD8BE2BA-7FBF-46BE-AD3E-5CEDB9146300}" dt="2026-05-04T17:26:50.807" v="351" actId="478"/>
          <ac:spMkLst>
            <pc:docMk/>
            <pc:sldMk cId="3227545335" sldId="275"/>
            <ac:spMk id="10" creationId="{86AA283A-7186-14D5-450E-786C998E0FD1}"/>
          </ac:spMkLst>
        </pc:spChg>
        <pc:spChg chg="mod">
          <ac:chgData name="Alec Snodgrass" userId="fc6206cd76c8efb5" providerId="LiveId" clId="{DD8BE2BA-7FBF-46BE-AD3E-5CEDB9146300}" dt="2026-05-05T19:14:30.639" v="6858" actId="1076"/>
          <ac:spMkLst>
            <pc:docMk/>
            <pc:sldMk cId="3227545335" sldId="275"/>
            <ac:spMk id="12" creationId="{039BAB88-1A39-E7E2-80A8-F75E872FBA2D}"/>
          </ac:spMkLst>
        </pc:spChg>
        <pc:graphicFrameChg chg="add del mod modGraphic">
          <ac:chgData name="Alec Snodgrass" userId="fc6206cd76c8efb5" providerId="LiveId" clId="{DD8BE2BA-7FBF-46BE-AD3E-5CEDB9146300}" dt="2026-05-05T16:21:57.196" v="6640" actId="478"/>
          <ac:graphicFrameMkLst>
            <pc:docMk/>
            <pc:sldMk cId="3227545335" sldId="275"/>
            <ac:graphicFrameMk id="3" creationId="{4E238942-594F-6020-E274-F2E8E6010CE9}"/>
          </ac:graphicFrameMkLst>
        </pc:graphicFrameChg>
        <pc:picChg chg="add del mod">
          <ac:chgData name="Alec Snodgrass" userId="fc6206cd76c8efb5" providerId="LiveId" clId="{DD8BE2BA-7FBF-46BE-AD3E-5CEDB9146300}" dt="2026-05-05T19:14:23.453" v="6856" actId="478"/>
          <ac:picMkLst>
            <pc:docMk/>
            <pc:sldMk cId="3227545335" sldId="275"/>
            <ac:picMk id="4" creationId="{6A1BD013-981C-0837-3336-2C793D68FC46}"/>
          </ac:picMkLst>
        </pc:picChg>
        <pc:picChg chg="del">
          <ac:chgData name="Alec Snodgrass" userId="fc6206cd76c8efb5" providerId="LiveId" clId="{DD8BE2BA-7FBF-46BE-AD3E-5CEDB9146300}" dt="2026-05-04T17:26:46.524" v="350" actId="478"/>
          <ac:picMkLst>
            <pc:docMk/>
            <pc:sldMk cId="3227545335" sldId="275"/>
            <ac:picMk id="5" creationId="{40C5BE2A-3B3B-F541-D941-6A1387D7D71F}"/>
          </ac:picMkLst>
        </pc:picChg>
        <pc:picChg chg="add del mod">
          <ac:chgData name="Alec Snodgrass" userId="fc6206cd76c8efb5" providerId="LiveId" clId="{DD8BE2BA-7FBF-46BE-AD3E-5CEDB9146300}" dt="2026-05-05T19:14:22.670" v="6855" actId="478"/>
          <ac:picMkLst>
            <pc:docMk/>
            <pc:sldMk cId="3227545335" sldId="275"/>
            <ac:picMk id="7" creationId="{12375F9C-5FED-7DDB-C25D-D1946318059E}"/>
          </ac:picMkLst>
        </pc:picChg>
        <pc:picChg chg="del">
          <ac:chgData name="Alec Snodgrass" userId="fc6206cd76c8efb5" providerId="LiveId" clId="{DD8BE2BA-7FBF-46BE-AD3E-5CEDB9146300}" dt="2026-05-04T17:26:52.699" v="352" actId="478"/>
          <ac:picMkLst>
            <pc:docMk/>
            <pc:sldMk cId="3227545335" sldId="275"/>
            <ac:picMk id="1026" creationId="{D769021F-291F-258C-3E3C-99AE8C9A6E00}"/>
          </ac:picMkLst>
        </pc:picChg>
      </pc:sldChg>
      <pc:sldChg chg="addSp delSp modSp mod">
        <pc:chgData name="Alec Snodgrass" userId="fc6206cd76c8efb5" providerId="LiveId" clId="{DD8BE2BA-7FBF-46BE-AD3E-5CEDB9146300}" dt="2026-05-04T22:12:44.853" v="3519" actId="1076"/>
        <pc:sldMkLst>
          <pc:docMk/>
          <pc:sldMk cId="880390937" sldId="276"/>
        </pc:sldMkLst>
        <pc:spChg chg="mod">
          <ac:chgData name="Alec Snodgrass" userId="fc6206cd76c8efb5" providerId="LiveId" clId="{DD8BE2BA-7FBF-46BE-AD3E-5CEDB9146300}" dt="2026-05-04T17:39:09.208" v="426" actId="20577"/>
          <ac:spMkLst>
            <pc:docMk/>
            <pc:sldMk cId="880390937" sldId="276"/>
            <ac:spMk id="2" creationId="{EFC36060-1E75-8657-7727-85E24A4DF6CD}"/>
          </ac:spMkLst>
        </pc:spChg>
        <pc:spChg chg="add mod">
          <ac:chgData name="Alec Snodgrass" userId="fc6206cd76c8efb5" providerId="LiveId" clId="{DD8BE2BA-7FBF-46BE-AD3E-5CEDB9146300}" dt="2026-05-04T22:03:27.742" v="2980" actId="20577"/>
          <ac:spMkLst>
            <pc:docMk/>
            <pc:sldMk cId="880390937" sldId="276"/>
            <ac:spMk id="3" creationId="{68045EEF-4532-3D6A-D09B-B61C9E6E6829}"/>
          </ac:spMkLst>
        </pc:spChg>
        <pc:spChg chg="add del mod">
          <ac:chgData name="Alec Snodgrass" userId="fc6206cd76c8efb5" providerId="LiveId" clId="{DD8BE2BA-7FBF-46BE-AD3E-5CEDB9146300}" dt="2026-05-04T17:37:38.476" v="392" actId="478"/>
          <ac:spMkLst>
            <pc:docMk/>
            <pc:sldMk cId="880390937" sldId="276"/>
            <ac:spMk id="3" creationId="{85E9F746-B903-70EB-DBA0-74C5BBDF6803}"/>
          </ac:spMkLst>
        </pc:spChg>
        <pc:spChg chg="mod">
          <ac:chgData name="Alec Snodgrass" userId="fc6206cd76c8efb5" providerId="LiveId" clId="{DD8BE2BA-7FBF-46BE-AD3E-5CEDB9146300}" dt="2026-05-04T22:10:25.673" v="3507" actId="14"/>
          <ac:spMkLst>
            <pc:docMk/>
            <pc:sldMk cId="880390937" sldId="276"/>
            <ac:spMk id="6" creationId="{FC40C992-CE68-735F-8E5F-477DEA620060}"/>
          </ac:spMkLst>
        </pc:spChg>
        <pc:spChg chg="mod">
          <ac:chgData name="Alec Snodgrass" userId="fc6206cd76c8efb5" providerId="LiveId" clId="{DD8BE2BA-7FBF-46BE-AD3E-5CEDB9146300}" dt="2026-05-04T22:08:03.172" v="3281" actId="14"/>
          <ac:spMkLst>
            <pc:docMk/>
            <pc:sldMk cId="880390937" sldId="276"/>
            <ac:spMk id="12" creationId="{010F6634-6A7D-2A26-CD4E-5929EF233A6C}"/>
          </ac:spMkLst>
        </pc:spChg>
        <pc:picChg chg="add del mod">
          <ac:chgData name="Alec Snodgrass" userId="fc6206cd76c8efb5" providerId="LiveId" clId="{DD8BE2BA-7FBF-46BE-AD3E-5CEDB9146300}" dt="2026-05-04T22:12:00.106" v="3513" actId="478"/>
          <ac:picMkLst>
            <pc:docMk/>
            <pc:sldMk cId="880390937" sldId="276"/>
            <ac:picMk id="5" creationId="{824D4E19-0D06-4AA3-1A4E-D12FE01AA61F}"/>
          </ac:picMkLst>
        </pc:picChg>
        <pc:picChg chg="add mod">
          <ac:chgData name="Alec Snodgrass" userId="fc6206cd76c8efb5" providerId="LiveId" clId="{DD8BE2BA-7FBF-46BE-AD3E-5CEDB9146300}" dt="2026-05-04T22:12:44.853" v="3519" actId="1076"/>
          <ac:picMkLst>
            <pc:docMk/>
            <pc:sldMk cId="880390937" sldId="276"/>
            <ac:picMk id="8" creationId="{DC89110A-8293-299F-7502-3818B7BE1733}"/>
          </ac:picMkLst>
        </pc:picChg>
        <pc:picChg chg="del mod">
          <ac:chgData name="Alec Snodgrass" userId="fc6206cd76c8efb5" providerId="LiveId" clId="{DD8BE2BA-7FBF-46BE-AD3E-5CEDB9146300}" dt="2026-05-04T17:37:34.461" v="390" actId="478"/>
          <ac:picMkLst>
            <pc:docMk/>
            <pc:sldMk cId="880390937" sldId="276"/>
            <ac:picMk id="3076" creationId="{AC8ADEC2-4123-E904-7939-9E03E410FA19}"/>
          </ac:picMkLst>
        </pc:picChg>
        <pc:picChg chg="del">
          <ac:chgData name="Alec Snodgrass" userId="fc6206cd76c8efb5" providerId="LiveId" clId="{DD8BE2BA-7FBF-46BE-AD3E-5CEDB9146300}" dt="2026-05-04T17:37:34.956" v="391" actId="478"/>
          <ac:picMkLst>
            <pc:docMk/>
            <pc:sldMk cId="880390937" sldId="276"/>
            <ac:picMk id="3078" creationId="{2AE3E552-6536-F0CF-E693-46A022D0D18B}"/>
          </ac:picMkLst>
        </pc:picChg>
      </pc:sldChg>
      <pc:sldChg chg="addSp modSp add mod ord modNotesTx">
        <pc:chgData name="Alec Snodgrass" userId="fc6206cd76c8efb5" providerId="LiveId" clId="{DD8BE2BA-7FBF-46BE-AD3E-5CEDB9146300}" dt="2026-05-05T01:46:50.872" v="6614" actId="20577"/>
        <pc:sldMkLst>
          <pc:docMk/>
          <pc:sldMk cId="1030577862" sldId="277"/>
        </pc:sldMkLst>
        <pc:spChg chg="mod">
          <ac:chgData name="Alec Snodgrass" userId="fc6206cd76c8efb5" providerId="LiveId" clId="{DD8BE2BA-7FBF-46BE-AD3E-5CEDB9146300}" dt="2026-05-04T23:25:59.281" v="5164" actId="20577"/>
          <ac:spMkLst>
            <pc:docMk/>
            <pc:sldMk cId="1030577862" sldId="277"/>
            <ac:spMk id="2" creationId="{3C6CDEBC-174A-9D7A-3D82-E2CE905726FA}"/>
          </ac:spMkLst>
        </pc:spChg>
        <pc:spChg chg="mod">
          <ac:chgData name="Alec Snodgrass" userId="fc6206cd76c8efb5" providerId="LiveId" clId="{DD8BE2BA-7FBF-46BE-AD3E-5CEDB9146300}" dt="2026-05-04T23:13:02.492" v="5153" actId="1076"/>
          <ac:spMkLst>
            <pc:docMk/>
            <pc:sldMk cId="1030577862" sldId="277"/>
            <ac:spMk id="3" creationId="{69CA46F2-E72E-0619-670B-2765AF16E991}"/>
          </ac:spMkLst>
        </pc:spChg>
        <pc:spChg chg="mod ord">
          <ac:chgData name="Alec Snodgrass" userId="fc6206cd76c8efb5" providerId="LiveId" clId="{DD8BE2BA-7FBF-46BE-AD3E-5CEDB9146300}" dt="2026-05-04T23:12:50.310" v="5152" actId="167"/>
          <ac:spMkLst>
            <pc:docMk/>
            <pc:sldMk cId="1030577862" sldId="277"/>
            <ac:spMk id="4" creationId="{2468C180-E721-C636-B92E-7C7BF797202E}"/>
          </ac:spMkLst>
        </pc:spChg>
        <pc:spChg chg="add mod">
          <ac:chgData name="Alec Snodgrass" userId="fc6206cd76c8efb5" providerId="LiveId" clId="{DD8BE2BA-7FBF-46BE-AD3E-5CEDB9146300}" dt="2026-05-04T23:11:03.187" v="5047" actId="20577"/>
          <ac:spMkLst>
            <pc:docMk/>
            <pc:sldMk cId="1030577862" sldId="277"/>
            <ac:spMk id="5" creationId="{D6618C98-5EC1-6495-B16C-3989919F2036}"/>
          </ac:spMkLst>
        </pc:spChg>
      </pc:sldChg>
      <pc:sldChg chg="del">
        <pc:chgData name="Alec Snodgrass" userId="fc6206cd76c8efb5" providerId="LiveId" clId="{DD8BE2BA-7FBF-46BE-AD3E-5CEDB9146300}" dt="2026-05-04T19:32:11.236" v="758" actId="47"/>
        <pc:sldMkLst>
          <pc:docMk/>
          <pc:sldMk cId="2019728928" sldId="277"/>
        </pc:sldMkLst>
      </pc:sldChg>
      <pc:sldChg chg="delSp modSp add del mod">
        <pc:chgData name="Alec Snodgrass" userId="fc6206cd76c8efb5" providerId="LiveId" clId="{DD8BE2BA-7FBF-46BE-AD3E-5CEDB9146300}" dt="2026-05-04T21:26:37.458" v="2104" actId="47"/>
        <pc:sldMkLst>
          <pc:docMk/>
          <pc:sldMk cId="2405253459" sldId="277"/>
        </pc:sldMkLst>
        <pc:spChg chg="mod">
          <ac:chgData name="Alec Snodgrass" userId="fc6206cd76c8efb5" providerId="LiveId" clId="{DD8BE2BA-7FBF-46BE-AD3E-5CEDB9146300}" dt="2026-05-04T20:42:06.771" v="1629" actId="20577"/>
          <ac:spMkLst>
            <pc:docMk/>
            <pc:sldMk cId="2405253459" sldId="277"/>
            <ac:spMk id="2" creationId="{CA29F56E-EAB6-91E5-88EE-2CD044333B08}"/>
          </ac:spMkLst>
        </pc:spChg>
        <pc:spChg chg="del">
          <ac:chgData name="Alec Snodgrass" userId="fc6206cd76c8efb5" providerId="LiveId" clId="{DD8BE2BA-7FBF-46BE-AD3E-5CEDB9146300}" dt="2026-05-04T20:41:51.482" v="1604" actId="478"/>
          <ac:spMkLst>
            <pc:docMk/>
            <pc:sldMk cId="2405253459" sldId="277"/>
            <ac:spMk id="12" creationId="{A09DA7A4-15FE-6901-08F5-F44A63BB3EF5}"/>
          </ac:spMkLst>
        </pc:spChg>
        <pc:graphicFrameChg chg="mod modGraphic">
          <ac:chgData name="Alec Snodgrass" userId="fc6206cd76c8efb5" providerId="LiveId" clId="{DD8BE2BA-7FBF-46BE-AD3E-5CEDB9146300}" dt="2026-05-04T21:13:58.914" v="2087" actId="20577"/>
          <ac:graphicFrameMkLst>
            <pc:docMk/>
            <pc:sldMk cId="2405253459" sldId="277"/>
            <ac:graphicFrameMk id="9" creationId="{44260FEA-E621-4CBD-A344-4E5107B6458A}"/>
          </ac:graphicFrameMkLst>
        </pc:graphicFrameChg>
      </pc:sldChg>
      <pc:sldChg chg="del">
        <pc:chgData name="Alec Snodgrass" userId="fc6206cd76c8efb5" providerId="LiveId" clId="{DD8BE2BA-7FBF-46BE-AD3E-5CEDB9146300}" dt="2026-05-04T19:30:59.810" v="752" actId="47"/>
        <pc:sldMkLst>
          <pc:docMk/>
          <pc:sldMk cId="267267024" sldId="278"/>
        </pc:sldMkLst>
      </pc:sldChg>
      <pc:sldChg chg="addSp modSp add mod">
        <pc:chgData name="Alec Snodgrass" userId="fc6206cd76c8efb5" providerId="LiveId" clId="{DD8BE2BA-7FBF-46BE-AD3E-5CEDB9146300}" dt="2026-05-05T00:12:39.288" v="6079" actId="207"/>
        <pc:sldMkLst>
          <pc:docMk/>
          <pc:sldMk cId="270743672" sldId="278"/>
        </pc:sldMkLst>
        <pc:spChg chg="mod">
          <ac:chgData name="Alec Snodgrass" userId="fc6206cd76c8efb5" providerId="LiveId" clId="{DD8BE2BA-7FBF-46BE-AD3E-5CEDB9146300}" dt="2026-05-05T00:12:39.288" v="6079" actId="207"/>
          <ac:spMkLst>
            <pc:docMk/>
            <pc:sldMk cId="270743672" sldId="278"/>
            <ac:spMk id="3" creationId="{131FFFD1-0A78-D45A-7DB5-816DF1062808}"/>
          </ac:spMkLst>
        </pc:spChg>
        <pc:spChg chg="mod">
          <ac:chgData name="Alec Snodgrass" userId="fc6206cd76c8efb5" providerId="LiveId" clId="{DD8BE2BA-7FBF-46BE-AD3E-5CEDB9146300}" dt="2026-05-05T00:03:54.397" v="6044" actId="20577"/>
          <ac:spMkLst>
            <pc:docMk/>
            <pc:sldMk cId="270743672" sldId="278"/>
            <ac:spMk id="5" creationId="{06BEE8D5-9D1B-1317-512A-44EE8F638499}"/>
          </ac:spMkLst>
        </pc:spChg>
        <pc:picChg chg="add mod modCrop">
          <ac:chgData name="Alec Snodgrass" userId="fc6206cd76c8efb5" providerId="LiveId" clId="{DD8BE2BA-7FBF-46BE-AD3E-5CEDB9146300}" dt="2026-05-05T00:01:26.389" v="5722" actId="1076"/>
          <ac:picMkLst>
            <pc:docMk/>
            <pc:sldMk cId="270743672" sldId="278"/>
            <ac:picMk id="4" creationId="{351011ED-7372-026C-A4DA-4247C4EC5B6F}"/>
          </ac:picMkLst>
        </pc:picChg>
        <pc:picChg chg="add mod">
          <ac:chgData name="Alec Snodgrass" userId="fc6206cd76c8efb5" providerId="LiveId" clId="{DD8BE2BA-7FBF-46BE-AD3E-5CEDB9146300}" dt="2026-05-05T00:01:57.655" v="5820" actId="1037"/>
          <ac:picMkLst>
            <pc:docMk/>
            <pc:sldMk cId="270743672" sldId="278"/>
            <ac:picMk id="7" creationId="{4E6BF232-038B-80B9-5270-1C22EC81A856}"/>
          </ac:picMkLst>
        </pc:picChg>
      </pc:sldChg>
      <pc:sldChg chg="modSp add mod">
        <pc:chgData name="Alec Snodgrass" userId="fc6206cd76c8efb5" providerId="LiveId" clId="{DD8BE2BA-7FBF-46BE-AD3E-5CEDB9146300}" dt="2026-05-05T20:27:29.662" v="7182" actId="1036"/>
        <pc:sldMkLst>
          <pc:docMk/>
          <pc:sldMk cId="280077401" sldId="279"/>
        </pc:sldMkLst>
        <pc:picChg chg="mod">
          <ac:chgData name="Alec Snodgrass" userId="fc6206cd76c8efb5" providerId="LiveId" clId="{DD8BE2BA-7FBF-46BE-AD3E-5CEDB9146300}" dt="2026-05-05T20:27:29.662" v="7182" actId="1036"/>
          <ac:picMkLst>
            <pc:docMk/>
            <pc:sldMk cId="280077401" sldId="279"/>
            <ac:picMk id="7" creationId="{9E1A119E-1680-E802-72D9-44FD73A17BAB}"/>
          </ac:picMkLst>
        </pc:picChg>
      </pc:sldChg>
      <pc:sldChg chg="add">
        <pc:chgData name="Alec Snodgrass" userId="fc6206cd76c8efb5" providerId="LiveId" clId="{DD8BE2BA-7FBF-46BE-AD3E-5CEDB9146300}" dt="2026-05-05T19:25:56.330" v="7160"/>
        <pc:sldMkLst>
          <pc:docMk/>
          <pc:sldMk cId="4017440022" sldId="280"/>
        </pc:sldMkLst>
      </pc:sldChg>
      <pc:sldChg chg="add">
        <pc:chgData name="Alec Snodgrass" userId="fc6206cd76c8efb5" providerId="LiveId" clId="{DD8BE2BA-7FBF-46BE-AD3E-5CEDB9146300}" dt="2026-05-05T19:43:33.152" v="7162" actId="2890"/>
        <pc:sldMkLst>
          <pc:docMk/>
          <pc:sldMk cId="1868779030" sldId="281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jpg"/><Relationship Id="rId9" Type="http://schemas.openxmlformats.org/officeDocument/2006/relationships/image" Target="../media/image10.jpe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jpg"/><Relationship Id="rId9" Type="http://schemas.openxmlformats.org/officeDocument/2006/relationships/image" Target="../media/image10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9C16A6-8C48-4165-8DAF-8C957C12A8F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99A2FF17-1CDA-4248-8C77-25FA6EC88B41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PDE</a:t>
          </a:r>
        </a:p>
      </dgm:t>
    </dgm:pt>
    <dgm:pt modelId="{45024712-601D-4B25-A278-8B6E8798BBA2}" type="parTrans" cxnId="{93516A1D-3F11-4FC8-9467-5186C1DB5B38}">
      <dgm:prSet/>
      <dgm:spPr/>
      <dgm:t>
        <a:bodyPr/>
        <a:lstStyle/>
        <a:p>
          <a:endParaRPr lang="en-US"/>
        </a:p>
      </dgm:t>
    </dgm:pt>
    <dgm:pt modelId="{AE90EB2E-F7F8-4EA2-97C8-2808E5C1A39E}" type="sibTrans" cxnId="{93516A1D-3F11-4FC8-9467-5186C1DB5B38}">
      <dgm:prSet/>
      <dgm:spPr/>
      <dgm:t>
        <a:bodyPr/>
        <a:lstStyle/>
        <a:p>
          <a:endParaRPr lang="en-US"/>
        </a:p>
      </dgm:t>
    </dgm:pt>
    <dgm:pt modelId="{AA1CE20A-23E2-49FB-AA80-4E64372CA091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PINN</a:t>
          </a:r>
        </a:p>
      </dgm:t>
    </dgm:pt>
    <dgm:pt modelId="{445CCE78-6681-49E9-9BA0-D4C5A4B9F8E5}" type="parTrans" cxnId="{661F94B2-4155-4918-B0E1-4B368F73A66B}">
      <dgm:prSet/>
      <dgm:spPr/>
      <dgm:t>
        <a:bodyPr/>
        <a:lstStyle/>
        <a:p>
          <a:endParaRPr lang="en-US"/>
        </a:p>
      </dgm:t>
    </dgm:pt>
    <dgm:pt modelId="{C812AEA7-D6AF-48DE-85F8-2FE124510D67}" type="sibTrans" cxnId="{661F94B2-4155-4918-B0E1-4B368F73A66B}">
      <dgm:prSet/>
      <dgm:spPr/>
      <dgm:t>
        <a:bodyPr/>
        <a:lstStyle/>
        <a:p>
          <a:endParaRPr lang="en-US"/>
        </a:p>
      </dgm:t>
    </dgm:pt>
    <dgm:pt modelId="{5A6E6F17-8D53-4027-B1F5-054B878BD4DB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Heat Equation</a:t>
          </a:r>
          <a:endParaRPr lang="en-US" dirty="0"/>
        </a:p>
      </dgm:t>
    </dgm:pt>
    <dgm:pt modelId="{19B3C351-0C75-4214-8E65-6BF1956092CF}" type="parTrans" cxnId="{016EB464-8852-4CE6-8C3B-4B157A3CC4C7}">
      <dgm:prSet/>
      <dgm:spPr/>
      <dgm:t>
        <a:bodyPr/>
        <a:lstStyle/>
        <a:p>
          <a:endParaRPr lang="en-US"/>
        </a:p>
      </dgm:t>
    </dgm:pt>
    <dgm:pt modelId="{C6C3BC28-664F-4811-A522-D3B3F6021A17}" type="sibTrans" cxnId="{016EB464-8852-4CE6-8C3B-4B157A3CC4C7}">
      <dgm:prSet/>
      <dgm:spPr/>
      <dgm:t>
        <a:bodyPr/>
        <a:lstStyle/>
        <a:p>
          <a:endParaRPr lang="en-US"/>
        </a:p>
      </dgm:t>
    </dgm:pt>
    <dgm:pt modelId="{3215506F-631D-4B02-9AA0-7AC18692A36F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Machine Learning</a:t>
          </a:r>
          <a:endParaRPr lang="en-US" dirty="0"/>
        </a:p>
      </dgm:t>
    </dgm:pt>
    <dgm:pt modelId="{80E915C0-F606-42C6-B478-48ABED03CF63}" type="parTrans" cxnId="{F394ED75-2F65-4A9F-AC39-ABE11BCF6369}">
      <dgm:prSet/>
      <dgm:spPr/>
      <dgm:t>
        <a:bodyPr/>
        <a:lstStyle/>
        <a:p>
          <a:endParaRPr lang="en-US"/>
        </a:p>
      </dgm:t>
    </dgm:pt>
    <dgm:pt modelId="{2EBE4C2F-72B0-4E32-9904-8445B03B2F15}" type="sibTrans" cxnId="{F394ED75-2F65-4A9F-AC39-ABE11BCF6369}">
      <dgm:prSet/>
      <dgm:spPr/>
      <dgm:t>
        <a:bodyPr/>
        <a:lstStyle/>
        <a:p>
          <a:endParaRPr lang="en-US"/>
        </a:p>
      </dgm:t>
    </dgm:pt>
    <dgm:pt modelId="{B3898F88-2954-471D-B021-FE8AFD4A88E9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Architecture</a:t>
          </a:r>
          <a:endParaRPr lang="en-US" dirty="0"/>
        </a:p>
      </dgm:t>
    </dgm:pt>
    <dgm:pt modelId="{3BD71AF1-2B46-4854-A1B0-B6EF4FDDE06E}" type="parTrans" cxnId="{BF1587CE-9F11-4622-8C6C-FE517F6E5F79}">
      <dgm:prSet/>
      <dgm:spPr/>
      <dgm:t>
        <a:bodyPr/>
        <a:lstStyle/>
        <a:p>
          <a:endParaRPr lang="en-US"/>
        </a:p>
      </dgm:t>
    </dgm:pt>
    <dgm:pt modelId="{2A891BD9-819D-4248-900C-B2AE829D71F5}" type="sibTrans" cxnId="{BF1587CE-9F11-4622-8C6C-FE517F6E5F79}">
      <dgm:prSet/>
      <dgm:spPr/>
      <dgm:t>
        <a:bodyPr/>
        <a:lstStyle/>
        <a:p>
          <a:endParaRPr lang="en-US"/>
        </a:p>
      </dgm:t>
    </dgm:pt>
    <dgm:pt modelId="{E448487F-F60D-48CE-AAB8-1A3FFCD67761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Analytical Solution</a:t>
          </a:r>
          <a:endParaRPr lang="en-US" dirty="0"/>
        </a:p>
      </dgm:t>
    </dgm:pt>
    <dgm:pt modelId="{ACF1F043-ECBF-41AD-A98C-2E98A6658B27}" type="parTrans" cxnId="{CC3B5BB0-B97B-4016-9FD4-D08CD3EDD2CB}">
      <dgm:prSet/>
      <dgm:spPr/>
      <dgm:t>
        <a:bodyPr/>
        <a:lstStyle/>
        <a:p>
          <a:endParaRPr lang="en-US"/>
        </a:p>
      </dgm:t>
    </dgm:pt>
    <dgm:pt modelId="{E47ED768-81B5-462A-AE48-98C3935A191B}" type="sibTrans" cxnId="{CC3B5BB0-B97B-4016-9FD4-D08CD3EDD2CB}">
      <dgm:prSet/>
      <dgm:spPr/>
      <dgm:t>
        <a:bodyPr/>
        <a:lstStyle/>
        <a:p>
          <a:endParaRPr lang="en-US"/>
        </a:p>
      </dgm:t>
    </dgm:pt>
    <dgm:pt modelId="{954C90C1-2396-48D7-8C09-E2DA97C5D2E0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Results</a:t>
          </a:r>
          <a:endParaRPr lang="en-US" dirty="0"/>
        </a:p>
      </dgm:t>
    </dgm:pt>
    <dgm:pt modelId="{2DA9397C-29E6-41B3-93A1-428F878F0BED}" type="parTrans" cxnId="{8EC150CE-CB18-457D-B7E4-8419D0795044}">
      <dgm:prSet/>
      <dgm:spPr/>
      <dgm:t>
        <a:bodyPr/>
        <a:lstStyle/>
        <a:p>
          <a:endParaRPr lang="en-US"/>
        </a:p>
      </dgm:t>
    </dgm:pt>
    <dgm:pt modelId="{DE113CA7-8FE2-46B2-999F-3672114C97A1}" type="sibTrans" cxnId="{8EC150CE-CB18-457D-B7E4-8419D0795044}">
      <dgm:prSet/>
      <dgm:spPr/>
      <dgm:t>
        <a:bodyPr/>
        <a:lstStyle/>
        <a:p>
          <a:endParaRPr lang="en-US"/>
        </a:p>
      </dgm:t>
    </dgm:pt>
    <dgm:pt modelId="{91DFBAC4-DDBA-483F-BC18-9455FBC2DC99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Error</a:t>
          </a:r>
          <a:endParaRPr lang="en-US" dirty="0"/>
        </a:p>
      </dgm:t>
    </dgm:pt>
    <dgm:pt modelId="{B7E31154-5CA3-4720-A666-3CDFF628BE45}" type="parTrans" cxnId="{8EA8B009-8231-403D-9492-3D0ACF78943A}">
      <dgm:prSet/>
      <dgm:spPr/>
      <dgm:t>
        <a:bodyPr/>
        <a:lstStyle/>
        <a:p>
          <a:endParaRPr lang="en-US"/>
        </a:p>
      </dgm:t>
    </dgm:pt>
    <dgm:pt modelId="{5E94DA20-23F7-4FD1-BB01-8BD1F0D33470}" type="sibTrans" cxnId="{8EA8B009-8231-403D-9492-3D0ACF78943A}">
      <dgm:prSet/>
      <dgm:spPr/>
      <dgm:t>
        <a:bodyPr/>
        <a:lstStyle/>
        <a:p>
          <a:endParaRPr lang="en-US"/>
        </a:p>
      </dgm:t>
    </dgm:pt>
    <dgm:pt modelId="{23889CE7-A032-4C87-B6BE-E5C75F5BBD55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Sensitivity</a:t>
          </a:r>
          <a:endParaRPr lang="en-US" dirty="0"/>
        </a:p>
      </dgm:t>
    </dgm:pt>
    <dgm:pt modelId="{DB049098-E129-49FE-80AE-1FFC59F42DB0}" type="parTrans" cxnId="{F7D41EAE-6549-401F-A08D-77458FC6DA24}">
      <dgm:prSet/>
      <dgm:spPr/>
      <dgm:t>
        <a:bodyPr/>
        <a:lstStyle/>
        <a:p>
          <a:endParaRPr lang="en-US"/>
        </a:p>
      </dgm:t>
    </dgm:pt>
    <dgm:pt modelId="{7FCDD02F-6F8D-44D4-9A56-1E33CEA1BD3D}" type="sibTrans" cxnId="{F7D41EAE-6549-401F-A08D-77458FC6DA24}">
      <dgm:prSet/>
      <dgm:spPr/>
      <dgm:t>
        <a:bodyPr/>
        <a:lstStyle/>
        <a:p>
          <a:endParaRPr lang="en-US"/>
        </a:p>
      </dgm:t>
    </dgm:pt>
    <dgm:pt modelId="{D2656F65-076E-4F9B-8C2E-340CA265F4A8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Conclusion</a:t>
          </a:r>
          <a:endParaRPr lang="en-US" dirty="0"/>
        </a:p>
      </dgm:t>
    </dgm:pt>
    <dgm:pt modelId="{31E8B10F-20E5-487F-867E-ED35CA128D3B}" type="parTrans" cxnId="{E9C3B863-D68B-4B5C-A2AB-BBB4EF3C2D42}">
      <dgm:prSet/>
      <dgm:spPr/>
      <dgm:t>
        <a:bodyPr/>
        <a:lstStyle/>
        <a:p>
          <a:endParaRPr lang="en-US"/>
        </a:p>
      </dgm:t>
    </dgm:pt>
    <dgm:pt modelId="{65ECECCC-8DB4-4D81-AB49-B1F08188FD33}" type="sibTrans" cxnId="{E9C3B863-D68B-4B5C-A2AB-BBB4EF3C2D42}">
      <dgm:prSet/>
      <dgm:spPr/>
      <dgm:t>
        <a:bodyPr/>
        <a:lstStyle/>
        <a:p>
          <a:endParaRPr lang="en-US"/>
        </a:p>
      </dgm:t>
    </dgm:pt>
    <dgm:pt modelId="{8994D886-A75F-411A-A9D7-D31991FF12BD}" type="pres">
      <dgm:prSet presAssocID="{7D9C16A6-8C48-4165-8DAF-8C957C12A8FA}" presName="root" presStyleCnt="0">
        <dgm:presLayoutVars>
          <dgm:dir/>
          <dgm:resizeHandles val="exact"/>
        </dgm:presLayoutVars>
      </dgm:prSet>
      <dgm:spPr/>
    </dgm:pt>
    <dgm:pt modelId="{F48EA4C7-11D5-4A88-A146-FEB585E4847D}" type="pres">
      <dgm:prSet presAssocID="{99A2FF17-1CDA-4248-8C77-25FA6EC88B41}" presName="compNode" presStyleCnt="0"/>
      <dgm:spPr/>
    </dgm:pt>
    <dgm:pt modelId="{F7891E70-3815-4FC6-9B34-65A9379D5E23}" type="pres">
      <dgm:prSet presAssocID="{99A2FF17-1CDA-4248-8C77-25FA6EC88B41}" presName="iconRect" presStyleLbl="node1" presStyleIdx="0" presStyleCnt="10"/>
      <dgm:spPr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</dgm:spPr>
    </dgm:pt>
    <dgm:pt modelId="{E07D0328-FD80-4503-92A7-1ABBCC8FA098}" type="pres">
      <dgm:prSet presAssocID="{99A2FF17-1CDA-4248-8C77-25FA6EC88B41}" presName="spaceRect" presStyleCnt="0"/>
      <dgm:spPr/>
    </dgm:pt>
    <dgm:pt modelId="{57D54717-E09F-4973-AB3E-B186B088D176}" type="pres">
      <dgm:prSet presAssocID="{99A2FF17-1CDA-4248-8C77-25FA6EC88B41}" presName="textRect" presStyleLbl="revTx" presStyleIdx="0" presStyleCnt="10">
        <dgm:presLayoutVars>
          <dgm:chMax val="1"/>
          <dgm:chPref val="1"/>
        </dgm:presLayoutVars>
      </dgm:prSet>
      <dgm:spPr/>
    </dgm:pt>
    <dgm:pt modelId="{E08AFEB1-1E63-42EF-A4E7-7702D3D81A63}" type="pres">
      <dgm:prSet presAssocID="{AE90EB2E-F7F8-4EA2-97C8-2808E5C1A39E}" presName="sibTrans" presStyleCnt="0"/>
      <dgm:spPr/>
    </dgm:pt>
    <dgm:pt modelId="{88F95AEE-CC3E-47B9-98C1-473F92D5F142}" type="pres">
      <dgm:prSet presAssocID="{AA1CE20A-23E2-49FB-AA80-4E64372CA091}" presName="compNode" presStyleCnt="0"/>
      <dgm:spPr/>
    </dgm:pt>
    <dgm:pt modelId="{FB8EBF50-877F-4275-A892-A30D4A22E524}" type="pres">
      <dgm:prSet presAssocID="{AA1CE20A-23E2-49FB-AA80-4E64372CA091}" presName="iconRect" presStyleLbl="node1" presStyleIdx="1" presStyleCnt="10"/>
      <dgm:spPr>
        <a:blipFill>
          <a:blip xmlns:r="http://schemas.openxmlformats.org/officeDocument/2006/relationships" r:embed="rId2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l="-2000" r="-2000"/>
          </a:stretch>
        </a:blipFill>
      </dgm:spPr>
    </dgm:pt>
    <dgm:pt modelId="{BA767E5E-E9F2-412B-B810-D8214C1A0CAA}" type="pres">
      <dgm:prSet presAssocID="{AA1CE20A-23E2-49FB-AA80-4E64372CA091}" presName="spaceRect" presStyleCnt="0"/>
      <dgm:spPr/>
    </dgm:pt>
    <dgm:pt modelId="{78683901-B30B-4B5F-BC66-C041D824AFC4}" type="pres">
      <dgm:prSet presAssocID="{AA1CE20A-23E2-49FB-AA80-4E64372CA091}" presName="textRect" presStyleLbl="revTx" presStyleIdx="1" presStyleCnt="10">
        <dgm:presLayoutVars>
          <dgm:chMax val="1"/>
          <dgm:chPref val="1"/>
        </dgm:presLayoutVars>
      </dgm:prSet>
      <dgm:spPr/>
    </dgm:pt>
    <dgm:pt modelId="{F669F624-2E2F-4003-B29A-6F5392A9301B}" type="pres">
      <dgm:prSet presAssocID="{C812AEA7-D6AF-48DE-85F8-2FE124510D67}" presName="sibTrans" presStyleCnt="0"/>
      <dgm:spPr/>
    </dgm:pt>
    <dgm:pt modelId="{CCFF0953-C48D-4E16-AF8C-DFD1CCABF3DB}" type="pres">
      <dgm:prSet presAssocID="{5A6E6F17-8D53-4027-B1F5-054B878BD4DB}" presName="compNode" presStyleCnt="0"/>
      <dgm:spPr/>
    </dgm:pt>
    <dgm:pt modelId="{B0D87446-A6E9-485C-A27F-497594C2BD26}" type="pres">
      <dgm:prSet presAssocID="{5A6E6F17-8D53-4027-B1F5-054B878BD4DB}" presName="iconRect" presStyleLbl="node1" presStyleIdx="2" presStyleCnt="10"/>
      <dgm:spPr>
        <a:blipFill>
          <a:blip xmlns:r="http://schemas.openxmlformats.org/officeDocument/2006/relationships" r:embed="rId3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</dgm:spPr>
    </dgm:pt>
    <dgm:pt modelId="{E794CE9C-6107-4BE0-A36C-8C4B7A73BD1A}" type="pres">
      <dgm:prSet presAssocID="{5A6E6F17-8D53-4027-B1F5-054B878BD4DB}" presName="spaceRect" presStyleCnt="0"/>
      <dgm:spPr/>
    </dgm:pt>
    <dgm:pt modelId="{4EBF1815-C86A-4682-B0C7-B29956668CCE}" type="pres">
      <dgm:prSet presAssocID="{5A6E6F17-8D53-4027-B1F5-054B878BD4DB}" presName="textRect" presStyleLbl="revTx" presStyleIdx="2" presStyleCnt="10">
        <dgm:presLayoutVars>
          <dgm:chMax val="1"/>
          <dgm:chPref val="1"/>
        </dgm:presLayoutVars>
      </dgm:prSet>
      <dgm:spPr/>
    </dgm:pt>
    <dgm:pt modelId="{31E3A4D3-B863-4BCD-A351-A353A1305DBB}" type="pres">
      <dgm:prSet presAssocID="{C6C3BC28-664F-4811-A522-D3B3F6021A17}" presName="sibTrans" presStyleCnt="0"/>
      <dgm:spPr/>
    </dgm:pt>
    <dgm:pt modelId="{ADA81EA1-482D-4B0F-B976-7DDB1CE6BEF6}" type="pres">
      <dgm:prSet presAssocID="{3215506F-631D-4B02-9AA0-7AC18692A36F}" presName="compNode" presStyleCnt="0"/>
      <dgm:spPr/>
    </dgm:pt>
    <dgm:pt modelId="{649071A7-3C9B-4EE5-8BD1-D8D0B3CC10A1}" type="pres">
      <dgm:prSet presAssocID="{3215506F-631D-4B02-9AA0-7AC18692A36F}" presName="iconRect" presStyleLbl="node1" presStyleIdx="3" presStyleCnt="10"/>
      <dgm:spPr>
        <a:blipFill>
          <a:blip xmlns:r="http://schemas.openxmlformats.org/officeDocument/2006/relationships" r:embed="rId4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t="-4000" b="-4000"/>
          </a:stretch>
        </a:blipFill>
      </dgm:spPr>
    </dgm:pt>
    <dgm:pt modelId="{90EBC8D8-D4E6-46CE-AF5B-F32061B8D5C7}" type="pres">
      <dgm:prSet presAssocID="{3215506F-631D-4B02-9AA0-7AC18692A36F}" presName="spaceRect" presStyleCnt="0"/>
      <dgm:spPr/>
    </dgm:pt>
    <dgm:pt modelId="{DCB5DB58-4F5C-46B8-A03B-87E512706D26}" type="pres">
      <dgm:prSet presAssocID="{3215506F-631D-4B02-9AA0-7AC18692A36F}" presName="textRect" presStyleLbl="revTx" presStyleIdx="3" presStyleCnt="10">
        <dgm:presLayoutVars>
          <dgm:chMax val="1"/>
          <dgm:chPref val="1"/>
        </dgm:presLayoutVars>
      </dgm:prSet>
      <dgm:spPr/>
    </dgm:pt>
    <dgm:pt modelId="{837BBD01-A087-4728-BB91-22E0CC19E862}" type="pres">
      <dgm:prSet presAssocID="{2EBE4C2F-72B0-4E32-9904-8445B03B2F15}" presName="sibTrans" presStyleCnt="0"/>
      <dgm:spPr/>
    </dgm:pt>
    <dgm:pt modelId="{C45FA7E0-746E-4379-918C-04F882465AB7}" type="pres">
      <dgm:prSet presAssocID="{B3898F88-2954-471D-B021-FE8AFD4A88E9}" presName="compNode" presStyleCnt="0"/>
      <dgm:spPr/>
    </dgm:pt>
    <dgm:pt modelId="{75B72E07-8B82-4210-8E6E-55491E5B3E0C}" type="pres">
      <dgm:prSet presAssocID="{B3898F88-2954-471D-B021-FE8AFD4A88E9}" presName="iconRect" presStyleLbl="node1" presStyleIdx="4" presStyleCnt="10"/>
      <dgm:spPr>
        <a:blipFill>
          <a:blip xmlns:r="http://schemas.openxmlformats.org/officeDocument/2006/relationships" r:embed="rId5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</dgm:spPr>
    </dgm:pt>
    <dgm:pt modelId="{FFFECE2B-49A6-450A-BEC2-5BA0D62FD441}" type="pres">
      <dgm:prSet presAssocID="{B3898F88-2954-471D-B021-FE8AFD4A88E9}" presName="spaceRect" presStyleCnt="0"/>
      <dgm:spPr/>
    </dgm:pt>
    <dgm:pt modelId="{5E5DF1F3-6C58-4BAB-9C80-7A22E3045F96}" type="pres">
      <dgm:prSet presAssocID="{B3898F88-2954-471D-B021-FE8AFD4A88E9}" presName="textRect" presStyleLbl="revTx" presStyleIdx="4" presStyleCnt="10">
        <dgm:presLayoutVars>
          <dgm:chMax val="1"/>
          <dgm:chPref val="1"/>
        </dgm:presLayoutVars>
      </dgm:prSet>
      <dgm:spPr/>
    </dgm:pt>
    <dgm:pt modelId="{2D7A9685-8A85-4BF3-AD1D-CC324EE647AC}" type="pres">
      <dgm:prSet presAssocID="{2A891BD9-819D-4248-900C-B2AE829D71F5}" presName="sibTrans" presStyleCnt="0"/>
      <dgm:spPr/>
    </dgm:pt>
    <dgm:pt modelId="{CB4322E9-E7CA-4745-ADE8-3690410E5D61}" type="pres">
      <dgm:prSet presAssocID="{E448487F-F60D-48CE-AAB8-1A3FFCD67761}" presName="compNode" presStyleCnt="0"/>
      <dgm:spPr/>
    </dgm:pt>
    <dgm:pt modelId="{F1B5BDB9-0B17-4F77-8F56-3607883D5557}" type="pres">
      <dgm:prSet presAssocID="{E448487F-F60D-48CE-AAB8-1A3FFCD67761}" presName="iconRect" presStyleLbl="node1" presStyleIdx="5" presStyleCnt="10"/>
      <dgm:spPr>
        <a:blipFill>
          <a:blip xmlns:r="http://schemas.openxmlformats.org/officeDocument/2006/relationships" r:embed="rId6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</dgm:spPr>
    </dgm:pt>
    <dgm:pt modelId="{71A82011-E5B6-4547-8F0A-4FBF38C84374}" type="pres">
      <dgm:prSet presAssocID="{E448487F-F60D-48CE-AAB8-1A3FFCD67761}" presName="spaceRect" presStyleCnt="0"/>
      <dgm:spPr/>
    </dgm:pt>
    <dgm:pt modelId="{1DE6B312-0F57-4789-BE3C-EA1D4DF31B4E}" type="pres">
      <dgm:prSet presAssocID="{E448487F-F60D-48CE-AAB8-1A3FFCD67761}" presName="textRect" presStyleLbl="revTx" presStyleIdx="5" presStyleCnt="10">
        <dgm:presLayoutVars>
          <dgm:chMax val="1"/>
          <dgm:chPref val="1"/>
        </dgm:presLayoutVars>
      </dgm:prSet>
      <dgm:spPr/>
    </dgm:pt>
    <dgm:pt modelId="{C2550F5F-69C0-44AE-AEF3-FD4302ABBC5E}" type="pres">
      <dgm:prSet presAssocID="{E47ED768-81B5-462A-AE48-98C3935A191B}" presName="sibTrans" presStyleCnt="0"/>
      <dgm:spPr/>
    </dgm:pt>
    <dgm:pt modelId="{BB32EBF0-7DE7-4950-AE1F-F4FF7E2EC1B1}" type="pres">
      <dgm:prSet presAssocID="{954C90C1-2396-48D7-8C09-E2DA97C5D2E0}" presName="compNode" presStyleCnt="0"/>
      <dgm:spPr/>
    </dgm:pt>
    <dgm:pt modelId="{806C1079-06AC-4F4B-96A2-35C7D6B55233}" type="pres">
      <dgm:prSet presAssocID="{954C90C1-2396-48D7-8C09-E2DA97C5D2E0}" presName="iconRect" presStyleLbl="node1" presStyleIdx="6" presStyleCnt="10"/>
      <dgm:spPr>
        <a:blipFill>
          <a:blip xmlns:r="http://schemas.openxmlformats.org/officeDocument/2006/relationships" r:embed="rId7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t="-4000" b="-4000"/>
          </a:stretch>
        </a:blipFill>
      </dgm:spPr>
    </dgm:pt>
    <dgm:pt modelId="{1F04E99B-7229-445D-B4E0-719671001E1A}" type="pres">
      <dgm:prSet presAssocID="{954C90C1-2396-48D7-8C09-E2DA97C5D2E0}" presName="spaceRect" presStyleCnt="0"/>
      <dgm:spPr/>
    </dgm:pt>
    <dgm:pt modelId="{5BF93AE4-146A-4EEF-AADF-6FDACAAB74CD}" type="pres">
      <dgm:prSet presAssocID="{954C90C1-2396-48D7-8C09-E2DA97C5D2E0}" presName="textRect" presStyleLbl="revTx" presStyleIdx="6" presStyleCnt="10">
        <dgm:presLayoutVars>
          <dgm:chMax val="1"/>
          <dgm:chPref val="1"/>
        </dgm:presLayoutVars>
      </dgm:prSet>
      <dgm:spPr/>
    </dgm:pt>
    <dgm:pt modelId="{5F700C2B-393C-46A7-B54A-D579DE825E8D}" type="pres">
      <dgm:prSet presAssocID="{DE113CA7-8FE2-46B2-999F-3672114C97A1}" presName="sibTrans" presStyleCnt="0"/>
      <dgm:spPr/>
    </dgm:pt>
    <dgm:pt modelId="{2928F950-7E42-4CC6-A5AF-4A4081B81769}" type="pres">
      <dgm:prSet presAssocID="{91DFBAC4-DDBA-483F-BC18-9455FBC2DC99}" presName="compNode" presStyleCnt="0"/>
      <dgm:spPr/>
    </dgm:pt>
    <dgm:pt modelId="{5DE97BB5-465F-44C7-91FF-3AAA16AB6DA8}" type="pres">
      <dgm:prSet presAssocID="{91DFBAC4-DDBA-483F-BC18-9455FBC2DC99}" presName="iconRect" presStyleLbl="node1" presStyleIdx="7" presStyleCnt="10"/>
      <dgm:spPr>
        <a:blipFill>
          <a:blip xmlns:r="http://schemas.openxmlformats.org/officeDocument/2006/relationships" r:embed="rId8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</dgm:spPr>
    </dgm:pt>
    <dgm:pt modelId="{5DA2BAEB-1DC7-4D9E-BA68-C3252034AE58}" type="pres">
      <dgm:prSet presAssocID="{91DFBAC4-DDBA-483F-BC18-9455FBC2DC99}" presName="spaceRect" presStyleCnt="0"/>
      <dgm:spPr/>
    </dgm:pt>
    <dgm:pt modelId="{D5C114A8-083E-4FFD-9F32-600917CC069E}" type="pres">
      <dgm:prSet presAssocID="{91DFBAC4-DDBA-483F-BC18-9455FBC2DC99}" presName="textRect" presStyleLbl="revTx" presStyleIdx="7" presStyleCnt="10">
        <dgm:presLayoutVars>
          <dgm:chMax val="1"/>
          <dgm:chPref val="1"/>
        </dgm:presLayoutVars>
      </dgm:prSet>
      <dgm:spPr/>
    </dgm:pt>
    <dgm:pt modelId="{DDD6A963-E00D-4D3D-9F96-97DE4B274071}" type="pres">
      <dgm:prSet presAssocID="{5E94DA20-23F7-4FD1-BB01-8BD1F0D33470}" presName="sibTrans" presStyleCnt="0"/>
      <dgm:spPr/>
    </dgm:pt>
    <dgm:pt modelId="{A07E8116-64E3-468B-822B-BF4BF1F495A5}" type="pres">
      <dgm:prSet presAssocID="{23889CE7-A032-4C87-B6BE-E5C75F5BBD55}" presName="compNode" presStyleCnt="0"/>
      <dgm:spPr/>
    </dgm:pt>
    <dgm:pt modelId="{C06866E9-51B7-4F05-9E19-E7391CB26668}" type="pres">
      <dgm:prSet presAssocID="{23889CE7-A032-4C87-B6BE-E5C75F5BBD55}" presName="iconRect" presStyleLbl="node1" presStyleIdx="8" presStyleCnt="10"/>
      <dgm:spPr>
        <a:blipFill>
          <a:blip xmlns:r="http://schemas.openxmlformats.org/officeDocument/2006/relationships" r:embed="rId9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</dgm:spPr>
    </dgm:pt>
    <dgm:pt modelId="{415B76A0-B8C1-4BC2-B948-35C00028334A}" type="pres">
      <dgm:prSet presAssocID="{23889CE7-A032-4C87-B6BE-E5C75F5BBD55}" presName="spaceRect" presStyleCnt="0"/>
      <dgm:spPr/>
    </dgm:pt>
    <dgm:pt modelId="{B63EE43C-0F5C-40B0-996A-3EBB62C9194D}" type="pres">
      <dgm:prSet presAssocID="{23889CE7-A032-4C87-B6BE-E5C75F5BBD55}" presName="textRect" presStyleLbl="revTx" presStyleIdx="8" presStyleCnt="10">
        <dgm:presLayoutVars>
          <dgm:chMax val="1"/>
          <dgm:chPref val="1"/>
        </dgm:presLayoutVars>
      </dgm:prSet>
      <dgm:spPr/>
    </dgm:pt>
    <dgm:pt modelId="{2A215AEF-AC64-46AD-A262-6ADFAF4C80F0}" type="pres">
      <dgm:prSet presAssocID="{7FCDD02F-6F8D-44D4-9A56-1E33CEA1BD3D}" presName="sibTrans" presStyleCnt="0"/>
      <dgm:spPr/>
    </dgm:pt>
    <dgm:pt modelId="{95AF7563-AD92-4146-9145-E80B9376191C}" type="pres">
      <dgm:prSet presAssocID="{D2656F65-076E-4F9B-8C2E-340CA265F4A8}" presName="compNode" presStyleCnt="0"/>
      <dgm:spPr/>
    </dgm:pt>
    <dgm:pt modelId="{9A3D4159-C193-4EEC-B787-C1211BEE7A92}" type="pres">
      <dgm:prSet presAssocID="{D2656F65-076E-4F9B-8C2E-340CA265F4A8}" presName="iconRect" presStyleLbl="node1" presStyleIdx="9" presStyleCnt="10"/>
      <dgm:spPr>
        <a:blipFill>
          <a:blip xmlns:r="http://schemas.openxmlformats.org/officeDocument/2006/relationships" r:embed="rId10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t="-3000" b="-3000"/>
          </a:stretch>
        </a:blipFill>
      </dgm:spPr>
    </dgm:pt>
    <dgm:pt modelId="{1AF62810-B55B-4B8A-BFAC-8D06A808A5D6}" type="pres">
      <dgm:prSet presAssocID="{D2656F65-076E-4F9B-8C2E-340CA265F4A8}" presName="spaceRect" presStyleCnt="0"/>
      <dgm:spPr/>
    </dgm:pt>
    <dgm:pt modelId="{9CE4B18D-ADAD-4291-875A-F0515DB7773A}" type="pres">
      <dgm:prSet presAssocID="{D2656F65-076E-4F9B-8C2E-340CA265F4A8}" presName="textRect" presStyleLbl="revTx" presStyleIdx="9" presStyleCnt="10">
        <dgm:presLayoutVars>
          <dgm:chMax val="1"/>
          <dgm:chPref val="1"/>
        </dgm:presLayoutVars>
      </dgm:prSet>
      <dgm:spPr/>
    </dgm:pt>
  </dgm:ptLst>
  <dgm:cxnLst>
    <dgm:cxn modelId="{EC6A9D03-6317-40E0-AE91-6772252F678C}" type="presOf" srcId="{D2656F65-076E-4F9B-8C2E-340CA265F4A8}" destId="{9CE4B18D-ADAD-4291-875A-F0515DB7773A}" srcOrd="0" destOrd="0" presId="urn:microsoft.com/office/officeart/2018/2/layout/IconLabelList"/>
    <dgm:cxn modelId="{8EA8B009-8231-403D-9492-3D0ACF78943A}" srcId="{7D9C16A6-8C48-4165-8DAF-8C957C12A8FA}" destId="{91DFBAC4-DDBA-483F-BC18-9455FBC2DC99}" srcOrd="7" destOrd="0" parTransId="{B7E31154-5CA3-4720-A666-3CDFF628BE45}" sibTransId="{5E94DA20-23F7-4FD1-BB01-8BD1F0D33470}"/>
    <dgm:cxn modelId="{93516A1D-3F11-4FC8-9467-5186C1DB5B38}" srcId="{7D9C16A6-8C48-4165-8DAF-8C957C12A8FA}" destId="{99A2FF17-1CDA-4248-8C77-25FA6EC88B41}" srcOrd="0" destOrd="0" parTransId="{45024712-601D-4B25-A278-8B6E8798BBA2}" sibTransId="{AE90EB2E-F7F8-4EA2-97C8-2808E5C1A39E}"/>
    <dgm:cxn modelId="{E9C3B863-D68B-4B5C-A2AB-BBB4EF3C2D42}" srcId="{7D9C16A6-8C48-4165-8DAF-8C957C12A8FA}" destId="{D2656F65-076E-4F9B-8C2E-340CA265F4A8}" srcOrd="9" destOrd="0" parTransId="{31E8B10F-20E5-487F-867E-ED35CA128D3B}" sibTransId="{65ECECCC-8DB4-4D81-AB49-B1F08188FD33}"/>
    <dgm:cxn modelId="{016EB464-8852-4CE6-8C3B-4B157A3CC4C7}" srcId="{7D9C16A6-8C48-4165-8DAF-8C957C12A8FA}" destId="{5A6E6F17-8D53-4027-B1F5-054B878BD4DB}" srcOrd="2" destOrd="0" parTransId="{19B3C351-0C75-4214-8E65-6BF1956092CF}" sibTransId="{C6C3BC28-664F-4811-A522-D3B3F6021A17}"/>
    <dgm:cxn modelId="{5574CC64-4BF2-43BE-BABC-6DF1E58A4C74}" type="presOf" srcId="{7D9C16A6-8C48-4165-8DAF-8C957C12A8FA}" destId="{8994D886-A75F-411A-A9D7-D31991FF12BD}" srcOrd="0" destOrd="0" presId="urn:microsoft.com/office/officeart/2018/2/layout/IconLabelList"/>
    <dgm:cxn modelId="{AF481C46-CB40-4A4C-8027-88692313726A}" type="presOf" srcId="{23889CE7-A032-4C87-B6BE-E5C75F5BBD55}" destId="{B63EE43C-0F5C-40B0-996A-3EBB62C9194D}" srcOrd="0" destOrd="0" presId="urn:microsoft.com/office/officeart/2018/2/layout/IconLabelList"/>
    <dgm:cxn modelId="{653D4D4E-F4E8-4476-85B1-1DE9F836BE52}" type="presOf" srcId="{954C90C1-2396-48D7-8C09-E2DA97C5D2E0}" destId="{5BF93AE4-146A-4EEF-AADF-6FDACAAB74CD}" srcOrd="0" destOrd="0" presId="urn:microsoft.com/office/officeart/2018/2/layout/IconLabelList"/>
    <dgm:cxn modelId="{33543B51-A451-41DA-9A48-8BAEAB7351AA}" type="presOf" srcId="{5A6E6F17-8D53-4027-B1F5-054B878BD4DB}" destId="{4EBF1815-C86A-4682-B0C7-B29956668CCE}" srcOrd="0" destOrd="0" presId="urn:microsoft.com/office/officeart/2018/2/layout/IconLabelList"/>
    <dgm:cxn modelId="{F394ED75-2F65-4A9F-AC39-ABE11BCF6369}" srcId="{7D9C16A6-8C48-4165-8DAF-8C957C12A8FA}" destId="{3215506F-631D-4B02-9AA0-7AC18692A36F}" srcOrd="3" destOrd="0" parTransId="{80E915C0-F606-42C6-B478-48ABED03CF63}" sibTransId="{2EBE4C2F-72B0-4E32-9904-8445B03B2F15}"/>
    <dgm:cxn modelId="{EBA8927A-2F13-4580-981D-C19064276234}" type="presOf" srcId="{B3898F88-2954-471D-B021-FE8AFD4A88E9}" destId="{5E5DF1F3-6C58-4BAB-9C80-7A22E3045F96}" srcOrd="0" destOrd="0" presId="urn:microsoft.com/office/officeart/2018/2/layout/IconLabelList"/>
    <dgm:cxn modelId="{97ED968B-F2E0-4A17-96C5-1BC8CD4FC5B7}" type="presOf" srcId="{91DFBAC4-DDBA-483F-BC18-9455FBC2DC99}" destId="{D5C114A8-083E-4FFD-9F32-600917CC069E}" srcOrd="0" destOrd="0" presId="urn:microsoft.com/office/officeart/2018/2/layout/IconLabelList"/>
    <dgm:cxn modelId="{D050449B-7DE9-4EDC-BF9E-018502A62B3E}" type="presOf" srcId="{3215506F-631D-4B02-9AA0-7AC18692A36F}" destId="{DCB5DB58-4F5C-46B8-A03B-87E512706D26}" srcOrd="0" destOrd="0" presId="urn:microsoft.com/office/officeart/2018/2/layout/IconLabelList"/>
    <dgm:cxn modelId="{3ED7B4A8-A588-4528-915D-AB16F99C420A}" type="presOf" srcId="{E448487F-F60D-48CE-AAB8-1A3FFCD67761}" destId="{1DE6B312-0F57-4789-BE3C-EA1D4DF31B4E}" srcOrd="0" destOrd="0" presId="urn:microsoft.com/office/officeart/2018/2/layout/IconLabelList"/>
    <dgm:cxn modelId="{F7D41EAE-6549-401F-A08D-77458FC6DA24}" srcId="{7D9C16A6-8C48-4165-8DAF-8C957C12A8FA}" destId="{23889CE7-A032-4C87-B6BE-E5C75F5BBD55}" srcOrd="8" destOrd="0" parTransId="{DB049098-E129-49FE-80AE-1FFC59F42DB0}" sibTransId="{7FCDD02F-6F8D-44D4-9A56-1E33CEA1BD3D}"/>
    <dgm:cxn modelId="{CC3B5BB0-B97B-4016-9FD4-D08CD3EDD2CB}" srcId="{7D9C16A6-8C48-4165-8DAF-8C957C12A8FA}" destId="{E448487F-F60D-48CE-AAB8-1A3FFCD67761}" srcOrd="5" destOrd="0" parTransId="{ACF1F043-ECBF-41AD-A98C-2E98A6658B27}" sibTransId="{E47ED768-81B5-462A-AE48-98C3935A191B}"/>
    <dgm:cxn modelId="{661F94B2-4155-4918-B0E1-4B368F73A66B}" srcId="{7D9C16A6-8C48-4165-8DAF-8C957C12A8FA}" destId="{AA1CE20A-23E2-49FB-AA80-4E64372CA091}" srcOrd="1" destOrd="0" parTransId="{445CCE78-6681-49E9-9BA0-D4C5A4B9F8E5}" sibTransId="{C812AEA7-D6AF-48DE-85F8-2FE124510D67}"/>
    <dgm:cxn modelId="{DF9F55C3-0800-432F-922E-EEC3AA72962F}" type="presOf" srcId="{AA1CE20A-23E2-49FB-AA80-4E64372CA091}" destId="{78683901-B30B-4B5F-BC66-C041D824AFC4}" srcOrd="0" destOrd="0" presId="urn:microsoft.com/office/officeart/2018/2/layout/IconLabelList"/>
    <dgm:cxn modelId="{8EC150CE-CB18-457D-B7E4-8419D0795044}" srcId="{7D9C16A6-8C48-4165-8DAF-8C957C12A8FA}" destId="{954C90C1-2396-48D7-8C09-E2DA97C5D2E0}" srcOrd="6" destOrd="0" parTransId="{2DA9397C-29E6-41B3-93A1-428F878F0BED}" sibTransId="{DE113CA7-8FE2-46B2-999F-3672114C97A1}"/>
    <dgm:cxn modelId="{BF1587CE-9F11-4622-8C6C-FE517F6E5F79}" srcId="{7D9C16A6-8C48-4165-8DAF-8C957C12A8FA}" destId="{B3898F88-2954-471D-B021-FE8AFD4A88E9}" srcOrd="4" destOrd="0" parTransId="{3BD71AF1-2B46-4854-A1B0-B6EF4FDDE06E}" sibTransId="{2A891BD9-819D-4248-900C-B2AE829D71F5}"/>
    <dgm:cxn modelId="{009493EA-CFF6-4C99-A611-58FC6883A6B9}" type="presOf" srcId="{99A2FF17-1CDA-4248-8C77-25FA6EC88B41}" destId="{57D54717-E09F-4973-AB3E-B186B088D176}" srcOrd="0" destOrd="0" presId="urn:microsoft.com/office/officeart/2018/2/layout/IconLabelList"/>
    <dgm:cxn modelId="{67930F0B-21FD-4CF3-9D4C-CFCD4A7477FB}" type="presParOf" srcId="{8994D886-A75F-411A-A9D7-D31991FF12BD}" destId="{F48EA4C7-11D5-4A88-A146-FEB585E4847D}" srcOrd="0" destOrd="0" presId="urn:microsoft.com/office/officeart/2018/2/layout/IconLabelList"/>
    <dgm:cxn modelId="{D4A359B4-E794-4FF2-81DF-8DED77A62255}" type="presParOf" srcId="{F48EA4C7-11D5-4A88-A146-FEB585E4847D}" destId="{F7891E70-3815-4FC6-9B34-65A9379D5E23}" srcOrd="0" destOrd="0" presId="urn:microsoft.com/office/officeart/2018/2/layout/IconLabelList"/>
    <dgm:cxn modelId="{B1C3CB53-07F3-48D6-B002-6318790D14C1}" type="presParOf" srcId="{F48EA4C7-11D5-4A88-A146-FEB585E4847D}" destId="{E07D0328-FD80-4503-92A7-1ABBCC8FA098}" srcOrd="1" destOrd="0" presId="urn:microsoft.com/office/officeart/2018/2/layout/IconLabelList"/>
    <dgm:cxn modelId="{9F796BDE-DFC8-44C3-A1A0-C4008D21E71E}" type="presParOf" srcId="{F48EA4C7-11D5-4A88-A146-FEB585E4847D}" destId="{57D54717-E09F-4973-AB3E-B186B088D176}" srcOrd="2" destOrd="0" presId="urn:microsoft.com/office/officeart/2018/2/layout/IconLabelList"/>
    <dgm:cxn modelId="{AD32FF70-491C-489D-8C58-24B278829561}" type="presParOf" srcId="{8994D886-A75F-411A-A9D7-D31991FF12BD}" destId="{E08AFEB1-1E63-42EF-A4E7-7702D3D81A63}" srcOrd="1" destOrd="0" presId="urn:microsoft.com/office/officeart/2018/2/layout/IconLabelList"/>
    <dgm:cxn modelId="{F3C96257-E549-42EC-AFFB-1D2A3AD5C2DC}" type="presParOf" srcId="{8994D886-A75F-411A-A9D7-D31991FF12BD}" destId="{88F95AEE-CC3E-47B9-98C1-473F92D5F142}" srcOrd="2" destOrd="0" presId="urn:microsoft.com/office/officeart/2018/2/layout/IconLabelList"/>
    <dgm:cxn modelId="{E50F1713-2C82-4520-8079-E7D7AADC3414}" type="presParOf" srcId="{88F95AEE-CC3E-47B9-98C1-473F92D5F142}" destId="{FB8EBF50-877F-4275-A892-A30D4A22E524}" srcOrd="0" destOrd="0" presId="urn:microsoft.com/office/officeart/2018/2/layout/IconLabelList"/>
    <dgm:cxn modelId="{11C5BF95-69FC-457F-85B7-C62A7D21B68B}" type="presParOf" srcId="{88F95AEE-CC3E-47B9-98C1-473F92D5F142}" destId="{BA767E5E-E9F2-412B-B810-D8214C1A0CAA}" srcOrd="1" destOrd="0" presId="urn:microsoft.com/office/officeart/2018/2/layout/IconLabelList"/>
    <dgm:cxn modelId="{9D73972D-EBD3-4748-87E4-69345105F48A}" type="presParOf" srcId="{88F95AEE-CC3E-47B9-98C1-473F92D5F142}" destId="{78683901-B30B-4B5F-BC66-C041D824AFC4}" srcOrd="2" destOrd="0" presId="urn:microsoft.com/office/officeart/2018/2/layout/IconLabelList"/>
    <dgm:cxn modelId="{9354C4C3-0D3A-4827-88ED-8578B75C82A5}" type="presParOf" srcId="{8994D886-A75F-411A-A9D7-D31991FF12BD}" destId="{F669F624-2E2F-4003-B29A-6F5392A9301B}" srcOrd="3" destOrd="0" presId="urn:microsoft.com/office/officeart/2018/2/layout/IconLabelList"/>
    <dgm:cxn modelId="{8C17B9DE-096D-4280-A15E-12A13E56FFE0}" type="presParOf" srcId="{8994D886-A75F-411A-A9D7-D31991FF12BD}" destId="{CCFF0953-C48D-4E16-AF8C-DFD1CCABF3DB}" srcOrd="4" destOrd="0" presId="urn:microsoft.com/office/officeart/2018/2/layout/IconLabelList"/>
    <dgm:cxn modelId="{37363E5D-1203-469D-B3E0-811CD90FD191}" type="presParOf" srcId="{CCFF0953-C48D-4E16-AF8C-DFD1CCABF3DB}" destId="{B0D87446-A6E9-485C-A27F-497594C2BD26}" srcOrd="0" destOrd="0" presId="urn:microsoft.com/office/officeart/2018/2/layout/IconLabelList"/>
    <dgm:cxn modelId="{4527E513-4BA4-47A9-A2D0-254006E91F52}" type="presParOf" srcId="{CCFF0953-C48D-4E16-AF8C-DFD1CCABF3DB}" destId="{E794CE9C-6107-4BE0-A36C-8C4B7A73BD1A}" srcOrd="1" destOrd="0" presId="urn:microsoft.com/office/officeart/2018/2/layout/IconLabelList"/>
    <dgm:cxn modelId="{FB0C7040-0F91-4DA6-9E06-21DD47B2EEF5}" type="presParOf" srcId="{CCFF0953-C48D-4E16-AF8C-DFD1CCABF3DB}" destId="{4EBF1815-C86A-4682-B0C7-B29956668CCE}" srcOrd="2" destOrd="0" presId="urn:microsoft.com/office/officeart/2018/2/layout/IconLabelList"/>
    <dgm:cxn modelId="{B3A7E777-285B-4121-AEEB-75BDFF006100}" type="presParOf" srcId="{8994D886-A75F-411A-A9D7-D31991FF12BD}" destId="{31E3A4D3-B863-4BCD-A351-A353A1305DBB}" srcOrd="5" destOrd="0" presId="urn:microsoft.com/office/officeart/2018/2/layout/IconLabelList"/>
    <dgm:cxn modelId="{924E0417-B79F-4790-99C3-7E260B9C9BF2}" type="presParOf" srcId="{8994D886-A75F-411A-A9D7-D31991FF12BD}" destId="{ADA81EA1-482D-4B0F-B976-7DDB1CE6BEF6}" srcOrd="6" destOrd="0" presId="urn:microsoft.com/office/officeart/2018/2/layout/IconLabelList"/>
    <dgm:cxn modelId="{35F33FAE-98DF-41F0-A055-E600FC0722A8}" type="presParOf" srcId="{ADA81EA1-482D-4B0F-B976-7DDB1CE6BEF6}" destId="{649071A7-3C9B-4EE5-8BD1-D8D0B3CC10A1}" srcOrd="0" destOrd="0" presId="urn:microsoft.com/office/officeart/2018/2/layout/IconLabelList"/>
    <dgm:cxn modelId="{2BE15E0C-CFA6-447C-AEE9-8A3E56F416AD}" type="presParOf" srcId="{ADA81EA1-482D-4B0F-B976-7DDB1CE6BEF6}" destId="{90EBC8D8-D4E6-46CE-AF5B-F32061B8D5C7}" srcOrd="1" destOrd="0" presId="urn:microsoft.com/office/officeart/2018/2/layout/IconLabelList"/>
    <dgm:cxn modelId="{EB2D568C-6907-4FE9-8C83-9CAF60ABCD44}" type="presParOf" srcId="{ADA81EA1-482D-4B0F-B976-7DDB1CE6BEF6}" destId="{DCB5DB58-4F5C-46B8-A03B-87E512706D26}" srcOrd="2" destOrd="0" presId="urn:microsoft.com/office/officeart/2018/2/layout/IconLabelList"/>
    <dgm:cxn modelId="{778F598D-4C68-4376-8A0C-A20C74040D3C}" type="presParOf" srcId="{8994D886-A75F-411A-A9D7-D31991FF12BD}" destId="{837BBD01-A087-4728-BB91-22E0CC19E862}" srcOrd="7" destOrd="0" presId="urn:microsoft.com/office/officeart/2018/2/layout/IconLabelList"/>
    <dgm:cxn modelId="{89966F87-D49D-4CC0-B145-CA062276B70A}" type="presParOf" srcId="{8994D886-A75F-411A-A9D7-D31991FF12BD}" destId="{C45FA7E0-746E-4379-918C-04F882465AB7}" srcOrd="8" destOrd="0" presId="urn:microsoft.com/office/officeart/2018/2/layout/IconLabelList"/>
    <dgm:cxn modelId="{72FE67AE-593E-4929-B6A5-BBFD5B71DC7D}" type="presParOf" srcId="{C45FA7E0-746E-4379-918C-04F882465AB7}" destId="{75B72E07-8B82-4210-8E6E-55491E5B3E0C}" srcOrd="0" destOrd="0" presId="urn:microsoft.com/office/officeart/2018/2/layout/IconLabelList"/>
    <dgm:cxn modelId="{3412C737-FE8A-404D-9758-127B291DCA4E}" type="presParOf" srcId="{C45FA7E0-746E-4379-918C-04F882465AB7}" destId="{FFFECE2B-49A6-450A-BEC2-5BA0D62FD441}" srcOrd="1" destOrd="0" presId="urn:microsoft.com/office/officeart/2018/2/layout/IconLabelList"/>
    <dgm:cxn modelId="{E93C67F6-6A47-47C6-8B46-20FF23345337}" type="presParOf" srcId="{C45FA7E0-746E-4379-918C-04F882465AB7}" destId="{5E5DF1F3-6C58-4BAB-9C80-7A22E3045F96}" srcOrd="2" destOrd="0" presId="urn:microsoft.com/office/officeart/2018/2/layout/IconLabelList"/>
    <dgm:cxn modelId="{C3EE1812-FF80-497B-B0C7-3A5ECF8D8B58}" type="presParOf" srcId="{8994D886-A75F-411A-A9D7-D31991FF12BD}" destId="{2D7A9685-8A85-4BF3-AD1D-CC324EE647AC}" srcOrd="9" destOrd="0" presId="urn:microsoft.com/office/officeart/2018/2/layout/IconLabelList"/>
    <dgm:cxn modelId="{DB149226-EDD1-4E46-B9B1-47FC7D46DE0C}" type="presParOf" srcId="{8994D886-A75F-411A-A9D7-D31991FF12BD}" destId="{CB4322E9-E7CA-4745-ADE8-3690410E5D61}" srcOrd="10" destOrd="0" presId="urn:microsoft.com/office/officeart/2018/2/layout/IconLabelList"/>
    <dgm:cxn modelId="{3CFE040A-BBBB-4D20-9550-F94B860D0375}" type="presParOf" srcId="{CB4322E9-E7CA-4745-ADE8-3690410E5D61}" destId="{F1B5BDB9-0B17-4F77-8F56-3607883D5557}" srcOrd="0" destOrd="0" presId="urn:microsoft.com/office/officeart/2018/2/layout/IconLabelList"/>
    <dgm:cxn modelId="{09DCAAFA-1E85-4910-AEE7-66FA5CF5CB48}" type="presParOf" srcId="{CB4322E9-E7CA-4745-ADE8-3690410E5D61}" destId="{71A82011-E5B6-4547-8F0A-4FBF38C84374}" srcOrd="1" destOrd="0" presId="urn:microsoft.com/office/officeart/2018/2/layout/IconLabelList"/>
    <dgm:cxn modelId="{BCA0A6B4-B2E3-48DC-A6A9-F179EEA23104}" type="presParOf" srcId="{CB4322E9-E7CA-4745-ADE8-3690410E5D61}" destId="{1DE6B312-0F57-4789-BE3C-EA1D4DF31B4E}" srcOrd="2" destOrd="0" presId="urn:microsoft.com/office/officeart/2018/2/layout/IconLabelList"/>
    <dgm:cxn modelId="{078ABA2E-6E50-459F-931D-17AD9F97F73B}" type="presParOf" srcId="{8994D886-A75F-411A-A9D7-D31991FF12BD}" destId="{C2550F5F-69C0-44AE-AEF3-FD4302ABBC5E}" srcOrd="11" destOrd="0" presId="urn:microsoft.com/office/officeart/2018/2/layout/IconLabelList"/>
    <dgm:cxn modelId="{DA7B9156-D860-45C8-B16C-5221C6137336}" type="presParOf" srcId="{8994D886-A75F-411A-A9D7-D31991FF12BD}" destId="{BB32EBF0-7DE7-4950-AE1F-F4FF7E2EC1B1}" srcOrd="12" destOrd="0" presId="urn:microsoft.com/office/officeart/2018/2/layout/IconLabelList"/>
    <dgm:cxn modelId="{F1DC0CFF-8332-4C72-8821-EBEBE6665F48}" type="presParOf" srcId="{BB32EBF0-7DE7-4950-AE1F-F4FF7E2EC1B1}" destId="{806C1079-06AC-4F4B-96A2-35C7D6B55233}" srcOrd="0" destOrd="0" presId="urn:microsoft.com/office/officeart/2018/2/layout/IconLabelList"/>
    <dgm:cxn modelId="{BD67FEE8-36B9-4819-8C69-9A0DAB26D10E}" type="presParOf" srcId="{BB32EBF0-7DE7-4950-AE1F-F4FF7E2EC1B1}" destId="{1F04E99B-7229-445D-B4E0-719671001E1A}" srcOrd="1" destOrd="0" presId="urn:microsoft.com/office/officeart/2018/2/layout/IconLabelList"/>
    <dgm:cxn modelId="{EC964542-6BBC-4C8F-B1D7-694E69D82A90}" type="presParOf" srcId="{BB32EBF0-7DE7-4950-AE1F-F4FF7E2EC1B1}" destId="{5BF93AE4-146A-4EEF-AADF-6FDACAAB74CD}" srcOrd="2" destOrd="0" presId="urn:microsoft.com/office/officeart/2018/2/layout/IconLabelList"/>
    <dgm:cxn modelId="{395D09BD-0C6F-4B65-BEB7-CE7644613F85}" type="presParOf" srcId="{8994D886-A75F-411A-A9D7-D31991FF12BD}" destId="{5F700C2B-393C-46A7-B54A-D579DE825E8D}" srcOrd="13" destOrd="0" presId="urn:microsoft.com/office/officeart/2018/2/layout/IconLabelList"/>
    <dgm:cxn modelId="{507E460E-BAC4-4AE8-879A-21F4734874A7}" type="presParOf" srcId="{8994D886-A75F-411A-A9D7-D31991FF12BD}" destId="{2928F950-7E42-4CC6-A5AF-4A4081B81769}" srcOrd="14" destOrd="0" presId="urn:microsoft.com/office/officeart/2018/2/layout/IconLabelList"/>
    <dgm:cxn modelId="{14C638A1-18AE-47DA-8E1E-9538A618FF85}" type="presParOf" srcId="{2928F950-7E42-4CC6-A5AF-4A4081B81769}" destId="{5DE97BB5-465F-44C7-91FF-3AAA16AB6DA8}" srcOrd="0" destOrd="0" presId="urn:microsoft.com/office/officeart/2018/2/layout/IconLabelList"/>
    <dgm:cxn modelId="{00784280-D17F-40B2-833C-DE26BBBB9A39}" type="presParOf" srcId="{2928F950-7E42-4CC6-A5AF-4A4081B81769}" destId="{5DA2BAEB-1DC7-4D9E-BA68-C3252034AE58}" srcOrd="1" destOrd="0" presId="urn:microsoft.com/office/officeart/2018/2/layout/IconLabelList"/>
    <dgm:cxn modelId="{97723C6A-F38A-4D1F-AA68-EF3D527B7129}" type="presParOf" srcId="{2928F950-7E42-4CC6-A5AF-4A4081B81769}" destId="{D5C114A8-083E-4FFD-9F32-600917CC069E}" srcOrd="2" destOrd="0" presId="urn:microsoft.com/office/officeart/2018/2/layout/IconLabelList"/>
    <dgm:cxn modelId="{D8B6341C-FC22-4670-A3D0-E2F9761D7BCF}" type="presParOf" srcId="{8994D886-A75F-411A-A9D7-D31991FF12BD}" destId="{DDD6A963-E00D-4D3D-9F96-97DE4B274071}" srcOrd="15" destOrd="0" presId="urn:microsoft.com/office/officeart/2018/2/layout/IconLabelList"/>
    <dgm:cxn modelId="{CA42CE3B-7D14-446E-BC43-46EEEDE6F2DB}" type="presParOf" srcId="{8994D886-A75F-411A-A9D7-D31991FF12BD}" destId="{A07E8116-64E3-468B-822B-BF4BF1F495A5}" srcOrd="16" destOrd="0" presId="urn:microsoft.com/office/officeart/2018/2/layout/IconLabelList"/>
    <dgm:cxn modelId="{8791DCB0-D431-4A95-9610-9C69199A9AAC}" type="presParOf" srcId="{A07E8116-64E3-468B-822B-BF4BF1F495A5}" destId="{C06866E9-51B7-4F05-9E19-E7391CB26668}" srcOrd="0" destOrd="0" presId="urn:microsoft.com/office/officeart/2018/2/layout/IconLabelList"/>
    <dgm:cxn modelId="{B52FF735-600C-42D2-84DF-37102F6316C9}" type="presParOf" srcId="{A07E8116-64E3-468B-822B-BF4BF1F495A5}" destId="{415B76A0-B8C1-4BC2-B948-35C00028334A}" srcOrd="1" destOrd="0" presId="urn:microsoft.com/office/officeart/2018/2/layout/IconLabelList"/>
    <dgm:cxn modelId="{42BC8AD0-1C65-4AC9-B7D9-32A317733131}" type="presParOf" srcId="{A07E8116-64E3-468B-822B-BF4BF1F495A5}" destId="{B63EE43C-0F5C-40B0-996A-3EBB62C9194D}" srcOrd="2" destOrd="0" presId="urn:microsoft.com/office/officeart/2018/2/layout/IconLabelList"/>
    <dgm:cxn modelId="{D9D3BEF1-AC06-423E-B577-738200F574F0}" type="presParOf" srcId="{8994D886-A75F-411A-A9D7-D31991FF12BD}" destId="{2A215AEF-AC64-46AD-A262-6ADFAF4C80F0}" srcOrd="17" destOrd="0" presId="urn:microsoft.com/office/officeart/2018/2/layout/IconLabelList"/>
    <dgm:cxn modelId="{9F3AF28D-5172-499E-BF70-1E85CECDCB04}" type="presParOf" srcId="{8994D886-A75F-411A-A9D7-D31991FF12BD}" destId="{95AF7563-AD92-4146-9145-E80B9376191C}" srcOrd="18" destOrd="0" presId="urn:microsoft.com/office/officeart/2018/2/layout/IconLabelList"/>
    <dgm:cxn modelId="{C838221F-4448-474E-9B2B-74591D57AB3B}" type="presParOf" srcId="{95AF7563-AD92-4146-9145-E80B9376191C}" destId="{9A3D4159-C193-4EEC-B787-C1211BEE7A92}" srcOrd="0" destOrd="0" presId="urn:microsoft.com/office/officeart/2018/2/layout/IconLabelList"/>
    <dgm:cxn modelId="{B61BD285-6181-4E1F-937A-9EAD375D012B}" type="presParOf" srcId="{95AF7563-AD92-4146-9145-E80B9376191C}" destId="{1AF62810-B55B-4B8A-BFAC-8D06A808A5D6}" srcOrd="1" destOrd="0" presId="urn:microsoft.com/office/officeart/2018/2/layout/IconLabelList"/>
    <dgm:cxn modelId="{68B5AB36-3A47-4EBD-91BF-A72328F02CE5}" type="presParOf" srcId="{95AF7563-AD92-4146-9145-E80B9376191C}" destId="{9CE4B18D-ADAD-4291-875A-F0515DB7773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891E70-3815-4FC6-9B34-65A9379D5E23}">
      <dsp:nvSpPr>
        <dsp:cNvPr id="0" name=""/>
        <dsp:cNvSpPr/>
      </dsp:nvSpPr>
      <dsp:spPr>
        <a:xfrm>
          <a:off x="640811" y="435249"/>
          <a:ext cx="603544" cy="603544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D54717-E09F-4973-AB3E-B186B088D176}">
      <dsp:nvSpPr>
        <dsp:cNvPr id="0" name=""/>
        <dsp:cNvSpPr/>
      </dsp:nvSpPr>
      <dsp:spPr>
        <a:xfrm>
          <a:off x="271978" y="1276466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PDE</a:t>
          </a:r>
        </a:p>
      </dsp:txBody>
      <dsp:txXfrm>
        <a:off x="271978" y="1276466"/>
        <a:ext cx="1341210" cy="536484"/>
      </dsp:txXfrm>
    </dsp:sp>
    <dsp:sp modelId="{FB8EBF50-877F-4275-A892-A30D4A22E524}">
      <dsp:nvSpPr>
        <dsp:cNvPr id="0" name=""/>
        <dsp:cNvSpPr/>
      </dsp:nvSpPr>
      <dsp:spPr>
        <a:xfrm>
          <a:off x="2216734" y="435249"/>
          <a:ext cx="603544" cy="603544"/>
        </a:xfrm>
        <a:prstGeom prst="rect">
          <a:avLst/>
        </a:prstGeom>
        <a:blipFill>
          <a:blip xmlns:r="http://schemas.openxmlformats.org/officeDocument/2006/relationships" r:embed="rId2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l="-2000" r="-2000"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683901-B30B-4B5F-BC66-C041D824AFC4}">
      <dsp:nvSpPr>
        <dsp:cNvPr id="0" name=""/>
        <dsp:cNvSpPr/>
      </dsp:nvSpPr>
      <dsp:spPr>
        <a:xfrm>
          <a:off x="1847901" y="1276466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PINN</a:t>
          </a:r>
        </a:p>
      </dsp:txBody>
      <dsp:txXfrm>
        <a:off x="1847901" y="1276466"/>
        <a:ext cx="1341210" cy="536484"/>
      </dsp:txXfrm>
    </dsp:sp>
    <dsp:sp modelId="{B0D87446-A6E9-485C-A27F-497594C2BD26}">
      <dsp:nvSpPr>
        <dsp:cNvPr id="0" name=""/>
        <dsp:cNvSpPr/>
      </dsp:nvSpPr>
      <dsp:spPr>
        <a:xfrm>
          <a:off x="3792657" y="435249"/>
          <a:ext cx="603544" cy="603544"/>
        </a:xfrm>
        <a:prstGeom prst="rect">
          <a:avLst/>
        </a:prstGeom>
        <a:blipFill>
          <a:blip xmlns:r="http://schemas.openxmlformats.org/officeDocument/2006/relationships" r:embed="rId3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BF1815-C86A-4682-B0C7-B29956668CCE}">
      <dsp:nvSpPr>
        <dsp:cNvPr id="0" name=""/>
        <dsp:cNvSpPr/>
      </dsp:nvSpPr>
      <dsp:spPr>
        <a:xfrm>
          <a:off x="3423824" y="1276466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Heat Equation</a:t>
          </a:r>
          <a:endParaRPr lang="en-US" sz="1800" kern="1200" dirty="0"/>
        </a:p>
      </dsp:txBody>
      <dsp:txXfrm>
        <a:off x="3423824" y="1276466"/>
        <a:ext cx="1341210" cy="536484"/>
      </dsp:txXfrm>
    </dsp:sp>
    <dsp:sp modelId="{649071A7-3C9B-4EE5-8BD1-D8D0B3CC10A1}">
      <dsp:nvSpPr>
        <dsp:cNvPr id="0" name=""/>
        <dsp:cNvSpPr/>
      </dsp:nvSpPr>
      <dsp:spPr>
        <a:xfrm>
          <a:off x="5368580" y="435249"/>
          <a:ext cx="603544" cy="603544"/>
        </a:xfrm>
        <a:prstGeom prst="rect">
          <a:avLst/>
        </a:prstGeom>
        <a:blipFill>
          <a:blip xmlns:r="http://schemas.openxmlformats.org/officeDocument/2006/relationships" r:embed="rId4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t="-4000" b="-4000"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B5DB58-4F5C-46B8-A03B-87E512706D26}">
      <dsp:nvSpPr>
        <dsp:cNvPr id="0" name=""/>
        <dsp:cNvSpPr/>
      </dsp:nvSpPr>
      <dsp:spPr>
        <a:xfrm>
          <a:off x="4999747" y="1276466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Machine Learning</a:t>
          </a:r>
          <a:endParaRPr lang="en-US" sz="1800" kern="1200" dirty="0"/>
        </a:p>
      </dsp:txBody>
      <dsp:txXfrm>
        <a:off x="4999747" y="1276466"/>
        <a:ext cx="1341210" cy="536484"/>
      </dsp:txXfrm>
    </dsp:sp>
    <dsp:sp modelId="{75B72E07-8B82-4210-8E6E-55491E5B3E0C}">
      <dsp:nvSpPr>
        <dsp:cNvPr id="0" name=""/>
        <dsp:cNvSpPr/>
      </dsp:nvSpPr>
      <dsp:spPr>
        <a:xfrm>
          <a:off x="6944503" y="435249"/>
          <a:ext cx="603544" cy="603544"/>
        </a:xfrm>
        <a:prstGeom prst="rect">
          <a:avLst/>
        </a:prstGeom>
        <a:blipFill>
          <a:blip xmlns:r="http://schemas.openxmlformats.org/officeDocument/2006/relationships" r:embed="rId5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DF1F3-6C58-4BAB-9C80-7A22E3045F96}">
      <dsp:nvSpPr>
        <dsp:cNvPr id="0" name=""/>
        <dsp:cNvSpPr/>
      </dsp:nvSpPr>
      <dsp:spPr>
        <a:xfrm>
          <a:off x="6575670" y="1276466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Architecture</a:t>
          </a:r>
          <a:endParaRPr lang="en-US" sz="1800" kern="1200" dirty="0"/>
        </a:p>
      </dsp:txBody>
      <dsp:txXfrm>
        <a:off x="6575670" y="1276466"/>
        <a:ext cx="1341210" cy="536484"/>
      </dsp:txXfrm>
    </dsp:sp>
    <dsp:sp modelId="{F1B5BDB9-0B17-4F77-8F56-3607883D5557}">
      <dsp:nvSpPr>
        <dsp:cNvPr id="0" name=""/>
        <dsp:cNvSpPr/>
      </dsp:nvSpPr>
      <dsp:spPr>
        <a:xfrm>
          <a:off x="8520426" y="435249"/>
          <a:ext cx="603544" cy="603544"/>
        </a:xfrm>
        <a:prstGeom prst="rect">
          <a:avLst/>
        </a:prstGeom>
        <a:blipFill>
          <a:blip xmlns:r="http://schemas.openxmlformats.org/officeDocument/2006/relationships" r:embed="rId6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E6B312-0F57-4789-BE3C-EA1D4DF31B4E}">
      <dsp:nvSpPr>
        <dsp:cNvPr id="0" name=""/>
        <dsp:cNvSpPr/>
      </dsp:nvSpPr>
      <dsp:spPr>
        <a:xfrm>
          <a:off x="8151593" y="1276466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Analytical Solution</a:t>
          </a:r>
          <a:endParaRPr lang="en-US" sz="1800" kern="1200" dirty="0"/>
        </a:p>
      </dsp:txBody>
      <dsp:txXfrm>
        <a:off x="8151593" y="1276466"/>
        <a:ext cx="1341210" cy="536484"/>
      </dsp:txXfrm>
    </dsp:sp>
    <dsp:sp modelId="{806C1079-06AC-4F4B-96A2-35C7D6B55233}">
      <dsp:nvSpPr>
        <dsp:cNvPr id="0" name=""/>
        <dsp:cNvSpPr/>
      </dsp:nvSpPr>
      <dsp:spPr>
        <a:xfrm>
          <a:off x="2216734" y="2148253"/>
          <a:ext cx="603544" cy="603544"/>
        </a:xfrm>
        <a:prstGeom prst="rect">
          <a:avLst/>
        </a:prstGeom>
        <a:blipFill>
          <a:blip xmlns:r="http://schemas.openxmlformats.org/officeDocument/2006/relationships" r:embed="rId7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t="-4000" b="-4000"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F93AE4-146A-4EEF-AADF-6FDACAAB74CD}">
      <dsp:nvSpPr>
        <dsp:cNvPr id="0" name=""/>
        <dsp:cNvSpPr/>
      </dsp:nvSpPr>
      <dsp:spPr>
        <a:xfrm>
          <a:off x="1847901" y="2989471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Results</a:t>
          </a:r>
          <a:endParaRPr lang="en-US" sz="1800" kern="1200" dirty="0"/>
        </a:p>
      </dsp:txBody>
      <dsp:txXfrm>
        <a:off x="1847901" y="2989471"/>
        <a:ext cx="1341210" cy="536484"/>
      </dsp:txXfrm>
    </dsp:sp>
    <dsp:sp modelId="{5DE97BB5-465F-44C7-91FF-3AAA16AB6DA8}">
      <dsp:nvSpPr>
        <dsp:cNvPr id="0" name=""/>
        <dsp:cNvSpPr/>
      </dsp:nvSpPr>
      <dsp:spPr>
        <a:xfrm>
          <a:off x="3792657" y="2148253"/>
          <a:ext cx="603544" cy="603544"/>
        </a:xfrm>
        <a:prstGeom prst="rect">
          <a:avLst/>
        </a:prstGeom>
        <a:blipFill>
          <a:blip xmlns:r="http://schemas.openxmlformats.org/officeDocument/2006/relationships" r:embed="rId8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C114A8-083E-4FFD-9F32-600917CC069E}">
      <dsp:nvSpPr>
        <dsp:cNvPr id="0" name=""/>
        <dsp:cNvSpPr/>
      </dsp:nvSpPr>
      <dsp:spPr>
        <a:xfrm>
          <a:off x="3423824" y="2989471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Error</a:t>
          </a:r>
          <a:endParaRPr lang="en-US" sz="1800" kern="1200" dirty="0"/>
        </a:p>
      </dsp:txBody>
      <dsp:txXfrm>
        <a:off x="3423824" y="2989471"/>
        <a:ext cx="1341210" cy="536484"/>
      </dsp:txXfrm>
    </dsp:sp>
    <dsp:sp modelId="{C06866E9-51B7-4F05-9E19-E7391CB26668}">
      <dsp:nvSpPr>
        <dsp:cNvPr id="0" name=""/>
        <dsp:cNvSpPr/>
      </dsp:nvSpPr>
      <dsp:spPr>
        <a:xfrm>
          <a:off x="5368580" y="2148253"/>
          <a:ext cx="603544" cy="603544"/>
        </a:xfrm>
        <a:prstGeom prst="rect">
          <a:avLst/>
        </a:prstGeom>
        <a:blipFill>
          <a:blip xmlns:r="http://schemas.openxmlformats.org/officeDocument/2006/relationships" r:embed="rId9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3EE43C-0F5C-40B0-996A-3EBB62C9194D}">
      <dsp:nvSpPr>
        <dsp:cNvPr id="0" name=""/>
        <dsp:cNvSpPr/>
      </dsp:nvSpPr>
      <dsp:spPr>
        <a:xfrm>
          <a:off x="4999747" y="2989471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Sensitivity</a:t>
          </a:r>
          <a:endParaRPr lang="en-US" sz="1800" kern="1200" dirty="0"/>
        </a:p>
      </dsp:txBody>
      <dsp:txXfrm>
        <a:off x="4999747" y="2989471"/>
        <a:ext cx="1341210" cy="536484"/>
      </dsp:txXfrm>
    </dsp:sp>
    <dsp:sp modelId="{9A3D4159-C193-4EEC-B787-C1211BEE7A92}">
      <dsp:nvSpPr>
        <dsp:cNvPr id="0" name=""/>
        <dsp:cNvSpPr/>
      </dsp:nvSpPr>
      <dsp:spPr>
        <a:xfrm>
          <a:off x="6944503" y="2148253"/>
          <a:ext cx="603544" cy="603544"/>
        </a:xfrm>
        <a:prstGeom prst="rect">
          <a:avLst/>
        </a:prstGeom>
        <a:blipFill>
          <a:blip xmlns:r="http://schemas.openxmlformats.org/officeDocument/2006/relationships" r:embed="rId10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t="-3000" b="-3000"/>
          </a:stretch>
        </a:blipFill>
        <a:ln w="22225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4B18D-ADAD-4291-875A-F0515DB7773A}">
      <dsp:nvSpPr>
        <dsp:cNvPr id="0" name=""/>
        <dsp:cNvSpPr/>
      </dsp:nvSpPr>
      <dsp:spPr>
        <a:xfrm>
          <a:off x="6575670" y="2989471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Conclusion</a:t>
          </a:r>
          <a:endParaRPr lang="en-US" sz="1800" kern="1200" dirty="0"/>
        </a:p>
      </dsp:txBody>
      <dsp:txXfrm>
        <a:off x="6575670" y="2989471"/>
        <a:ext cx="1341210" cy="5364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05/05/26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05/05/26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-learning.paperspace.com/wiki/linear-regression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Figure: https://www.researchgate.net/figure/Concepts-of-primary-discretization-methods_fig1_378859570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339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F7FCD-4401-10C0-CFB5-7770EEE47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14F641-15C4-E498-6DA9-1BF47D29D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5D380-4844-C2D4-5EDC-7E9FFFE5A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[Brody Codes AI](</a:t>
            </a:r>
            <a:r>
              <a:rPr lang="pl-PL" sz="1200" b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https://www.youtube.com/watch?v=WRSNrVH0wg8</a:t>
            </a:r>
            <a:r>
              <a:rPr lang="pl-P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3C1F9-237E-ECE2-4467-214430B2D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620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BB1C8-E233-43E5-0058-D3BEE6B88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E3D6C-8089-0C61-7BA5-E489BF11C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36F1A-A0EE-FAFE-D69A-715B2DBEA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[Brody Codes AI](</a:t>
            </a:r>
            <a:r>
              <a:rPr lang="pl-PL" sz="1200" b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https://www.youtube.com/watch?v=WRSNrVH0wg8</a:t>
            </a:r>
            <a:r>
              <a:rPr lang="pl-P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80C89-60C3-5FCA-EF7D-C33CEC5BE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858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9E208-6C71-190A-C036-7C06FE71B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AF4FC-57B5-A6E3-2397-34D050798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F314D-D96E-0DC5-161A-C90D78CE1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C20AD-42FB-2130-6FE7-F3E3D81A0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52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38AA9-8642-499D-5E53-F286FBBE4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1E1C4-68B6-FF2D-DA0F-05C32F2EB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E8D30-EC2E-54AF-F7CC-CE3C84CCF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6C3F1-6D63-FC44-5CA4-110A256021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4880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https://www.knmsonic.com/wp-content/uploads/2024/04/Things-You-Need-To-Know-About-Ultrasonic-Plastic-Welding.png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1361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https://machine-learning.paperspace.com/wiki/activation-function</a:t>
            </a:r>
            <a:br>
              <a:rPr lang="en-US" dirty="0"/>
            </a:b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Activation functions add non-linearity to the output which enables neural networks to solve non-linear problems. In other words, a neural network without an activation function is essentially just a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linear regression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714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89C80-4043-8085-4A16-8994E2457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5BAEC-367A-934C-7149-0BB8021D4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A52E80-C1B9-6691-4647-38B2CE7DF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https://atslab.com/wp-content/uploads/2024/07/Mechanical_Testing_Tensile_Test_Steel-1.jpg.webp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29780-F9BE-CD29-8602-918FCFCDB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161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9444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935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279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30577-A59A-DB2E-6B57-DA3D89C55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3ED9EE-B92B-A976-8CCA-0FFE12BF6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613F9-C9B4-FB3D-C0AB-9368ACC17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1D30C-9139-AFAB-2A18-57755643B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7874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05/05/26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05/05/26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05/05/26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05/05/26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05/05/26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05/05/26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05/05/26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05/05/26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05/05/26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05/05/26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05/05/26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05/05/26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9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290" y="3049898"/>
            <a:ext cx="10993549" cy="2694547"/>
          </a:xfrm>
        </p:spPr>
        <p:txBody>
          <a:bodyPr>
            <a:noAutofit/>
          </a:bodyPr>
          <a:lstStyle/>
          <a:p>
            <a:r>
              <a:rPr lang="en-US" sz="4400" cap="none" dirty="0">
                <a:solidFill>
                  <a:schemeClr val="bg1"/>
                </a:solidFill>
              </a:rPr>
              <a:t>Physics-Informed Neural Network (PINN)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2290" y="5764844"/>
            <a:ext cx="10993546" cy="625719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7CEBFF"/>
                </a:solidFill>
              </a:rPr>
              <a:t>Alec Snodgrass</a:t>
            </a:r>
          </a:p>
          <a:p>
            <a:r>
              <a:rPr lang="en-US" sz="1200" dirty="0">
                <a:solidFill>
                  <a:srgbClr val="7CEBFF"/>
                </a:solidFill>
              </a:rPr>
              <a:t>May 04, 2026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Main Topics</a:t>
            </a:r>
          </a:p>
        </p:txBody>
      </p:sp>
      <p:graphicFrame>
        <p:nvGraphicFramePr>
          <p:cNvPr id="4" name="Content Placeholder 3" descr="icon SmartArt graphic">
            <a:extLst>
              <a:ext uri="{FF2B5EF4-FFF2-40B4-BE49-F238E27FC236}">
                <a16:creationId xmlns:a16="http://schemas.microsoft.com/office/drawing/2014/main" id="{81E592E1-99DF-4294-A2E9-EF46299BD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2812253"/>
              </p:ext>
            </p:extLst>
          </p:nvPr>
        </p:nvGraphicFramePr>
        <p:xfrm>
          <a:off x="1213609" y="858445"/>
          <a:ext cx="9764783" cy="396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7CCA21C3-9C44-9053-DB14-518533ED6B99}"/>
              </a:ext>
            </a:extLst>
          </p:cNvPr>
          <p:cNvSpPr txBox="1">
            <a:spLocks/>
          </p:cNvSpPr>
          <p:nvPr/>
        </p:nvSpPr>
        <p:spPr>
          <a:xfrm>
            <a:off x="581191" y="2269345"/>
            <a:ext cx="5422392" cy="1948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000" dirty="0">
                <a:cs typeface="Calibri"/>
              </a:rPr>
              <a:t>Partial Differential Equations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1800" dirty="0">
                <a:cs typeface="Calibri"/>
              </a:rPr>
              <a:t>Describes evolution of physical systems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1800" dirty="0">
                <a:cs typeface="Calibri"/>
              </a:rPr>
              <a:t>Waves, heat, electromagnetics, etc. </a:t>
            </a:r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DA13827-83A1-5ADE-CF3F-5A5FA02B3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157632"/>
              </p:ext>
            </p:extLst>
          </p:nvPr>
        </p:nvGraphicFramePr>
        <p:xfrm>
          <a:off x="545738" y="3767591"/>
          <a:ext cx="11100524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9361">
                  <a:extLst>
                    <a:ext uri="{9D8B030D-6E8A-4147-A177-3AD203B41FA5}">
                      <a16:colId xmlns:a16="http://schemas.microsoft.com/office/drawing/2014/main" val="1580579565"/>
                    </a:ext>
                  </a:extLst>
                </a:gridCol>
                <a:gridCol w="4436892">
                  <a:extLst>
                    <a:ext uri="{9D8B030D-6E8A-4147-A177-3AD203B41FA5}">
                      <a16:colId xmlns:a16="http://schemas.microsoft.com/office/drawing/2014/main" val="2264957636"/>
                    </a:ext>
                  </a:extLst>
                </a:gridCol>
                <a:gridCol w="2373645">
                  <a:extLst>
                    <a:ext uri="{9D8B030D-6E8A-4147-A177-3AD203B41FA5}">
                      <a16:colId xmlns:a16="http://schemas.microsoft.com/office/drawing/2014/main" val="873481597"/>
                    </a:ext>
                  </a:extLst>
                </a:gridCol>
                <a:gridCol w="2160626">
                  <a:extLst>
                    <a:ext uri="{9D8B030D-6E8A-4147-A177-3AD203B41FA5}">
                      <a16:colId xmlns:a16="http://schemas.microsoft.com/office/drawing/2014/main" val="13590069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626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Finite Difference Method (FDM)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Approximates derivatives on a discretized 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 and 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Needs to be a simple problem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638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Finite Element Method (FEM)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Minimizes error of piecewise approx. made up of ‘elements’ (shapes)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Handles complex geometries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Mesh generation (high cost)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6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Finite Volume Method (FVM)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Balances fluxes across discretized volume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Obeys conservation laws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Complex for low accuracy 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161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PINN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neural network to learn PDE. Low computational cost (relative)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dimension, flexible integration, mesh 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Expensive training</a:t>
                      </a:r>
                    </a:p>
                    <a:p>
                      <a:r>
                        <a:rPr lang="en-US" dirty="0"/>
                        <a:t>May not convergence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680779"/>
                  </a:ext>
                </a:extLst>
              </a:tr>
            </a:tbl>
          </a:graphicData>
        </a:graphic>
      </p:graphicFrame>
      <p:pic>
        <p:nvPicPr>
          <p:cNvPr id="1026" name="Picture 2" descr="Concepts of primary discretization methods.">
            <a:extLst>
              <a:ext uri="{FF2B5EF4-FFF2-40B4-BE49-F238E27FC236}">
                <a16:creationId xmlns:a16="http://schemas.microsoft.com/office/drawing/2014/main" id="{1C10FECB-C379-4049-B81C-F2F7D50F9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71" y="1971890"/>
            <a:ext cx="4766567" cy="1639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B41A7-7841-7D4C-535E-EC36EC28F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BE3F5-6E4A-7A6B-E0D0-0DFFC90D8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5">
                <a:extLst>
                  <a:ext uri="{FF2B5EF4-FFF2-40B4-BE49-F238E27FC236}">
                    <a16:creationId xmlns:a16="http://schemas.microsoft.com/office/drawing/2014/main" id="{039BAB88-1A39-E7E2-80A8-F75E872FBA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1191" y="2269344"/>
                <a:ext cx="5422392" cy="4428636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/>
                  <a:t>Mathematical model that approximates a function by composing parameterized operations.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</m:d>
                  </m:oMath>
                </a14:m>
                <a:endParaRPr lang="en-US" sz="2000" dirty="0">
                  <a:cs typeface="Calibri"/>
                </a:endParaRP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1800" dirty="0">
                    <a:cs typeface="Calibri"/>
                  </a:rPr>
                  <a:t>Input: x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1800" dirty="0">
                    <a:cs typeface="Calibri"/>
                  </a:rPr>
                  <a:t>Output: y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1800" dirty="0">
                    <a:cs typeface="Calibri"/>
                  </a:rPr>
                  <a:t>Parameters: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Calibri"/>
                      </a:rPr>
                      <m:t>𝜃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Calibri"/>
                      </a:rPr>
                      <m:t> =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Calibri"/>
                      </a:rPr>
                      <m:t>𝑤𝑒𝑖𝑔h𝑡𝑠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Calibri"/>
                      </a:rPr>
                      <m:t> +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Calibri"/>
                      </a:rPr>
                      <m:t>𝑏𝑖𝑎𝑠𝑒𝑠</m:t>
                    </m:r>
                  </m:oMath>
                </a14:m>
                <a:endParaRPr lang="en-US" sz="1800" b="0" dirty="0">
                  <a:cs typeface="Calibri"/>
                </a:endParaRP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b="0" dirty="0">
                    <a:cs typeface="Calibri"/>
                  </a:rPr>
                  <a:t>Goal: Find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Calibri"/>
                      </a:rPr>
                      <m:t>𝜃</m:t>
                    </m:r>
                  </m:oMath>
                </a14:m>
                <a:r>
                  <a:rPr lang="en-US" sz="2000" b="0" dirty="0">
                    <a:cs typeface="Calibri"/>
                  </a:rPr>
                  <a:t> so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Calibri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sz="2000" dirty="0">
                    <a:cs typeface="Calibri"/>
                  </a:rPr>
                  <a:t> matches observations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000" dirty="0">
                  <a:cs typeface="Calibri"/>
                </a:endParaRP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000" b="0" dirty="0">
                  <a:cs typeface="Calibri"/>
                </a:endParaRP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endParaRPr lang="en-US" sz="1800" dirty="0">
                  <a:cs typeface="Calibri"/>
                </a:endParaRP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endParaRPr lang="en-US" sz="1800" dirty="0">
                  <a:cs typeface="Calibri"/>
                </a:endParaRPr>
              </a:p>
            </p:txBody>
          </p:sp>
        </mc:Choice>
        <mc:Fallback>
          <p:sp>
            <p:nvSpPr>
              <p:cNvPr id="12" name="Content Placeholder 5">
                <a:extLst>
                  <a:ext uri="{FF2B5EF4-FFF2-40B4-BE49-F238E27FC236}">
                    <a16:creationId xmlns:a16="http://schemas.microsoft.com/office/drawing/2014/main" id="{039BAB88-1A39-E7E2-80A8-F75E872FB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1" y="2269344"/>
                <a:ext cx="5422392" cy="4428636"/>
              </a:xfrm>
              <a:prstGeom prst="rect">
                <a:avLst/>
              </a:prstGeom>
              <a:blipFill>
                <a:blip r:embed="rId3"/>
                <a:stretch>
                  <a:fillRect l="-562" t="-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5">
                <a:extLst>
                  <a:ext uri="{FF2B5EF4-FFF2-40B4-BE49-F238E27FC236}">
                    <a16:creationId xmlns:a16="http://schemas.microsoft.com/office/drawing/2014/main" id="{E4FD18F6-9FBC-ACA6-6F2B-CAB45C9F9D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88417" y="2269344"/>
                <a:ext cx="5422392" cy="4428636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>
                    <a:cs typeface="Calibri"/>
                  </a:rPr>
                  <a:t>Structured layers of transformations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Calibri"/>
                      </a:rPr>
                      <m:t>h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Calibri"/>
                      </a:rPr>
                      <m:t> =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Calibri"/>
                      </a:rPr>
                      <m:t>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Calibri"/>
                          </a:rPr>
                          <m:t>𝐖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Calibri"/>
                          </a:rPr>
                          <m:t>+</m:t>
                        </m:r>
                        <m:acc>
                          <m:accPr>
                            <m:chr m:val="⃑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8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b</m:t>
                            </m:r>
                          </m:e>
                        </m:acc>
                      </m:e>
                    </m:d>
                  </m:oMath>
                </a14:m>
                <a:endParaRPr lang="en-US" sz="1800" dirty="0">
                  <a:cs typeface="Calibri"/>
                </a:endParaRP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Calibri"/>
                      </a:rPr>
                      <m:t>𝜎</m:t>
                    </m:r>
                  </m:oMath>
                </a14:m>
                <a:r>
                  <a:rPr lang="en-US" sz="1800" dirty="0">
                    <a:cs typeface="Calibri"/>
                  </a:rPr>
                  <a:t> enables nonlinearities in the function 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000" dirty="0">
                  <a:cs typeface="Calibri"/>
                </a:endParaRP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>
                    <a:cs typeface="Calibri"/>
                  </a:rPr>
                  <a:t>Learning: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1800" dirty="0">
                    <a:cs typeface="Calibri"/>
                  </a:rPr>
                  <a:t>Define some metric of error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1800" dirty="0">
                    <a:cs typeface="Calibri"/>
                  </a:rPr>
                  <a:t>Compute “gradient” of the loss </a:t>
                </a:r>
                <a:r>
                  <a:rPr lang="en-US" sz="1800" dirty="0" err="1">
                    <a:cs typeface="Calibri"/>
                  </a:rPr>
                  <a:t>wrt</a:t>
                </a:r>
                <a:r>
                  <a:rPr lang="en-US" sz="1800" dirty="0"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Calibri"/>
                      </a:rPr>
                      <m:t>𝜃</m:t>
                    </m:r>
                    <m:r>
                      <a:rPr lang="en-US" sz="1800" i="1"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</m:oMath>
                </a14:m>
                <a:endParaRPr lang="en-US" sz="1800" dirty="0">
                  <a:cs typeface="Calibri"/>
                </a:endParaRP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1800" dirty="0">
                    <a:cs typeface="Calibri"/>
                  </a:rPr>
                  <a:t>Update parameters to minimize the error 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sz="2000" dirty="0">
                  <a:cs typeface="Calibri"/>
                </a:endParaRPr>
              </a:p>
            </p:txBody>
          </p:sp>
        </mc:Choice>
        <mc:Fallback>
          <p:sp>
            <p:nvSpPr>
              <p:cNvPr id="5" name="Content Placeholder 5">
                <a:extLst>
                  <a:ext uri="{FF2B5EF4-FFF2-40B4-BE49-F238E27FC236}">
                    <a16:creationId xmlns:a16="http://schemas.microsoft.com/office/drawing/2014/main" id="{E4FD18F6-9FBC-ACA6-6F2B-CAB45C9F9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417" y="2269344"/>
                <a:ext cx="5422392" cy="4428636"/>
              </a:xfrm>
              <a:prstGeom prst="rect">
                <a:avLst/>
              </a:prstGeom>
              <a:blipFill>
                <a:blip r:embed="rId4"/>
                <a:stretch>
                  <a:fillRect l="-562" t="-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7545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4A9C1-FCAE-2096-1E93-B62A0FCE3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4ACC8-0862-2186-651E-D530A0676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Physics-informed Neural network (</a:t>
            </a:r>
            <a:r>
              <a:rPr lang="en-US" dirty="0" err="1"/>
              <a:t>pinn</a:t>
            </a:r>
            <a:r>
              <a:rPr lang="en-US" dirty="0"/>
              <a:t>)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C239B4D5-E2AC-BCE1-B472-5BB228B6C970}"/>
              </a:ext>
            </a:extLst>
          </p:cNvPr>
          <p:cNvSpPr txBox="1">
            <a:spLocks/>
          </p:cNvSpPr>
          <p:nvPr/>
        </p:nvSpPr>
        <p:spPr>
          <a:xfrm>
            <a:off x="581191" y="2269344"/>
            <a:ext cx="5422392" cy="2975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000" dirty="0">
                <a:cs typeface="Calibri"/>
              </a:rPr>
              <a:t>Approximates a solution</a:t>
            </a:r>
          </a:p>
          <a:p>
            <a:r>
              <a:rPr lang="en-US" sz="2000" dirty="0">
                <a:cs typeface="Calibri"/>
              </a:rPr>
              <a:t>Training depends on more than data</a:t>
            </a:r>
          </a:p>
          <a:p>
            <a:pPr lvl="1"/>
            <a:r>
              <a:rPr lang="en-US" sz="1800" dirty="0">
                <a:cs typeface="Calibri"/>
              </a:rPr>
              <a:t>Unlike standard machine learning</a:t>
            </a:r>
          </a:p>
          <a:p>
            <a:r>
              <a:rPr lang="en-US" sz="2000" dirty="0">
                <a:cs typeface="Calibri"/>
              </a:rPr>
              <a:t>Enforce physics constraints, boundary conditions, and more</a:t>
            </a:r>
          </a:p>
          <a:p>
            <a:r>
              <a:rPr lang="en-US" sz="2000" dirty="0">
                <a:cs typeface="Calibri"/>
              </a:rPr>
              <a:t>Physics enforced using PDE constraints during training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633E1A-39D6-4A1E-A928-5E40A0037B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94"/>
          <a:stretch>
            <a:fillRect/>
          </a:stretch>
        </p:blipFill>
        <p:spPr>
          <a:xfrm>
            <a:off x="6755259" y="4213496"/>
            <a:ext cx="4855550" cy="2194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1A119E-1680-E802-72D9-44FD73A17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259" y="2039686"/>
            <a:ext cx="4855550" cy="219497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2EBD8B1-85C9-8F90-8FA1-DBDA67C57C11}"/>
              </a:ext>
            </a:extLst>
          </p:cNvPr>
          <p:cNvGraphicFramePr>
            <a:graphicFrameLocks noGrp="1"/>
          </p:cNvGraphicFramePr>
          <p:nvPr/>
        </p:nvGraphicFramePr>
        <p:xfrm>
          <a:off x="218611" y="5458511"/>
          <a:ext cx="6444180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1083">
                  <a:extLst>
                    <a:ext uri="{9D8B030D-6E8A-4147-A177-3AD203B41FA5}">
                      <a16:colId xmlns:a16="http://schemas.microsoft.com/office/drawing/2014/main" val="1796676732"/>
                    </a:ext>
                  </a:extLst>
                </a:gridCol>
                <a:gridCol w="1941816">
                  <a:extLst>
                    <a:ext uri="{9D8B030D-6E8A-4147-A177-3AD203B41FA5}">
                      <a16:colId xmlns:a16="http://schemas.microsoft.com/office/drawing/2014/main" val="470432108"/>
                    </a:ext>
                  </a:extLst>
                </a:gridCol>
                <a:gridCol w="2671281">
                  <a:extLst>
                    <a:ext uri="{9D8B030D-6E8A-4147-A177-3AD203B41FA5}">
                      <a16:colId xmlns:a16="http://schemas.microsoft.com/office/drawing/2014/main" val="835684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Finite Methods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Classical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293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Discretizes domain to solve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Fits solution to data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Fits solution to data points + force solution to obey physics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524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077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C8D38-3085-49E7-4E5B-BBFCFBBEC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36060-1E75-8657-7727-85E24A4D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C40C992-CE68-735F-8E5F-477DEA62006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 anchor="t"/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dirty="0"/>
                  <a:t>Initial conditions (for this project) 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dirty="0"/>
                  <a:t>Two Gaussian peaks (hot and cold)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dirty="0"/>
                  <a:t>Boundary conditions (for this project)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dirty="0"/>
                  <a:t>Neumann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endParaRPr lang="en-US" dirty="0"/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dirty="0"/>
                  <a:t>Insulated box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C40C992-CE68-735F-8E5F-477DEA6200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449" t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5">
                <a:extLst>
                  <a:ext uri="{FF2B5EF4-FFF2-40B4-BE49-F238E27FC236}">
                    <a16:creationId xmlns:a16="http://schemas.microsoft.com/office/drawing/2014/main" id="{010F6634-6A7D-2A26-CD4E-5929EF233A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1191" y="2269344"/>
                <a:ext cx="5422392" cy="4444818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>
                    <a:cs typeface="Calibri"/>
                  </a:rPr>
                  <a:t>Governing Equation: Heat Equation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000" dirty="0">
                  <a:cs typeface="Calibri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000" dirty="0">
                  <a:cs typeface="Calibri"/>
                </a:endParaRPr>
              </a:p>
              <a:p>
                <a:pPr lvl="4"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1" smtClean="0">
                        <a:latin typeface="Cambria Math" panose="02040503050406030204" pitchFamily="18" charset="0"/>
                        <a:cs typeface="Calibri"/>
                      </a:rPr>
                      <m:t>α</m:t>
                    </m:r>
                  </m:oMath>
                </a14:m>
                <a:r>
                  <a:rPr lang="en-US" sz="1400" dirty="0">
                    <a:cs typeface="Calibri"/>
                  </a:rPr>
                  <a:t> represents thermal diffusivity </a:t>
                </a:r>
                <a:endParaRPr lang="en-US" sz="1600" dirty="0">
                  <a:cs typeface="Calibri"/>
                </a:endParaRP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>
                    <a:cs typeface="Calibri"/>
                  </a:rPr>
                  <a:t>Domain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dirty="0">
                    <a:cs typeface="Calibri"/>
                  </a:rPr>
                  <a:t>Spatial: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/>
                          </a:rPr>
                          <m:t>0,1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/>
                          </a:rPr>
                          <m:t>0,1</m:t>
                        </m:r>
                      </m:e>
                    </m:d>
                  </m:oMath>
                </a14:m>
                <a:endParaRPr lang="en-US" b="0" dirty="0">
                  <a:cs typeface="Calibri"/>
                </a:endParaRP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b="0" dirty="0">
                    <a:cs typeface="Calibri"/>
                  </a:rPr>
                  <a:t>Time: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 ∈[0,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]</m:t>
                    </m:r>
                  </m:oMath>
                </a14:m>
                <a:endParaRPr lang="en-US" b="0" dirty="0">
                  <a:cs typeface="Calibri"/>
                </a:endParaRP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u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y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t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en-US" dirty="0">
                    <a:cs typeface="Calibri"/>
                  </a:rPr>
                  <a:t> represents temperature field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dirty="0">
                    <a:cs typeface="Calibri"/>
                  </a:rPr>
                  <a:t>Heat diffuses from high to low temperature regions</a:t>
                </a: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dirty="0">
                    <a:cs typeface="Calibri"/>
                  </a:rPr>
                  <a:t>System is deterministic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Content Placeholder 5">
                <a:extLst>
                  <a:ext uri="{FF2B5EF4-FFF2-40B4-BE49-F238E27FC236}">
                    <a16:creationId xmlns:a16="http://schemas.microsoft.com/office/drawing/2014/main" id="{010F6634-6A7D-2A26-CD4E-5929EF233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1" y="2269344"/>
                <a:ext cx="5422392" cy="4444818"/>
              </a:xfrm>
              <a:prstGeom prst="rect">
                <a:avLst/>
              </a:prstGeom>
              <a:blipFill>
                <a:blip r:embed="rId4"/>
                <a:stretch>
                  <a:fillRect l="-562" t="-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045EEF-4532-3D6A-D09B-B61C9E6E6829}"/>
                  </a:ext>
                </a:extLst>
              </p:cNvPr>
              <p:cNvSpPr txBox="1"/>
              <p:nvPr/>
            </p:nvSpPr>
            <p:spPr>
              <a:xfrm>
                <a:off x="2055125" y="2801008"/>
                <a:ext cx="2353658" cy="6279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 = 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045EEF-4532-3D6A-D09B-B61C9E6E6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125" y="2801008"/>
                <a:ext cx="2353658" cy="6279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C89110A-8293-299F-7502-3818B7BE17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2061" y="4526621"/>
            <a:ext cx="1956541" cy="1956541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0390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0B61D-744E-D39C-1B92-52A36A4B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468C180-E721-C636-B92E-7C7BF797202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81192" y="2228002"/>
                <a:ext cx="3740805" cy="4573489"/>
              </a:xfrm>
            </p:spPr>
            <p:txBody>
              <a:bodyPr anchor="t"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accent2"/>
                    </a:solidFill>
                  </a:rPr>
                  <a:t>Condensed Process</a:t>
                </a:r>
                <a:endParaRPr lang="en-US" dirty="0"/>
              </a:p>
              <a:p>
                <a:r>
                  <a:rPr lang="en-US" dirty="0"/>
                  <a:t>NN as a function</a:t>
                </a:r>
              </a:p>
              <a:p>
                <a:pPr lvl="1"/>
                <a:r>
                  <a:rPr lang="en-US" b="0" dirty="0"/>
                  <a:t>Input: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Output: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Parameters: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Goal: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Training process:</a:t>
                </a:r>
              </a:p>
              <a:p>
                <a:pPr lvl="1"/>
                <a:r>
                  <a:rPr lang="en-US" dirty="0"/>
                  <a:t>Predict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measure error</a:t>
                </a:r>
              </a:p>
              <a:p>
                <a:pPr lvl="1"/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adjust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Repeat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468C180-E721-C636-B92E-7C7BF79720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81192" y="2228002"/>
                <a:ext cx="3740805" cy="4573489"/>
              </a:xfrm>
              <a:blipFill>
                <a:blip r:embed="rId3"/>
                <a:stretch>
                  <a:fillRect l="-1303" t="-6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C6CDEBC-174A-9D7A-3D82-E2CE90572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Training (Overview)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A46F2-E72E-0619-670B-2765AF16E9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70005" y="2228001"/>
            <a:ext cx="4088412" cy="3633047"/>
          </a:xfrm>
        </p:spPr>
        <p:txBody>
          <a:bodyPr anchor="t"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Intuition</a:t>
            </a:r>
            <a:endParaRPr lang="en-US" dirty="0"/>
          </a:p>
          <a:p>
            <a:r>
              <a:rPr lang="en-US" dirty="0"/>
              <a:t>NN = parameterized function</a:t>
            </a:r>
          </a:p>
          <a:p>
            <a:r>
              <a:rPr lang="en-US" dirty="0"/>
              <a:t>Training = curve fitting in high-dimensional space</a:t>
            </a:r>
          </a:p>
          <a:p>
            <a:r>
              <a:rPr lang="en-US" dirty="0"/>
              <a:t>Weights = shape of function, curvature, sensitivity to inputs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618C98-5EC1-6495-B16C-3989919F2036}"/>
              </a:ext>
            </a:extLst>
          </p:cNvPr>
          <p:cNvSpPr txBox="1">
            <a:spLocks/>
          </p:cNvSpPr>
          <p:nvPr/>
        </p:nvSpPr>
        <p:spPr>
          <a:xfrm>
            <a:off x="4888280" y="2228002"/>
            <a:ext cx="3310497" cy="36330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Vocabulary</a:t>
            </a:r>
            <a:endParaRPr lang="en-US" dirty="0"/>
          </a:p>
          <a:p>
            <a:r>
              <a:rPr lang="en-US" dirty="0"/>
              <a:t>Weight matrix</a:t>
            </a:r>
          </a:p>
          <a:p>
            <a:r>
              <a:rPr lang="en-US" dirty="0"/>
              <a:t>Bias vectors</a:t>
            </a:r>
          </a:p>
          <a:p>
            <a:r>
              <a:rPr lang="en-US" dirty="0"/>
              <a:t>Loss function</a:t>
            </a:r>
          </a:p>
          <a:p>
            <a:r>
              <a:rPr lang="en-US" dirty="0"/>
              <a:t>Gradient descent</a:t>
            </a:r>
          </a:p>
          <a:p>
            <a:r>
              <a:rPr lang="en-US" dirty="0"/>
              <a:t>Optimizer</a:t>
            </a:r>
          </a:p>
          <a:p>
            <a:r>
              <a:rPr lang="en-US" dirty="0"/>
              <a:t>Forward pass</a:t>
            </a:r>
          </a:p>
          <a:p>
            <a:r>
              <a:rPr lang="en-US" dirty="0"/>
              <a:t>Backpropagation </a:t>
            </a:r>
          </a:p>
        </p:txBody>
      </p:sp>
    </p:spTree>
    <p:extLst>
      <p:ext uri="{BB962C8B-B14F-4D97-AF65-F5344CB8AC3E}">
        <p14:creationId xmlns:p14="http://schemas.microsoft.com/office/powerpoint/2010/main" val="1030577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84DC8-7262-458A-CAFE-DEBB410D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(Cost)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7A5BA0-8088-CCE4-F303-1F38700DAA8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81192" y="2228003"/>
                <a:ext cx="5750781" cy="4532393"/>
              </a:xfrm>
            </p:spPr>
            <p:txBody>
              <a:bodyPr anchor="t">
                <a:normAutofit fontScale="92500" lnSpcReduction="20000"/>
              </a:bodyPr>
              <a:lstStyle/>
              <a:p>
                <a:r>
                  <a:rPr lang="en-US" dirty="0"/>
                  <a:t>Loss function is constructed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physics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physics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BC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BC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Data Loss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Forces PINN to match IC</a:t>
                </a:r>
              </a:p>
              <a:p>
                <a:r>
                  <a:rPr lang="en-US" dirty="0"/>
                  <a:t>Physics Loss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𝑥𝑥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𝑦𝑦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physics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Forces PINN to agree with heat equation</a:t>
                </a:r>
              </a:p>
              <a:p>
                <a:r>
                  <a:rPr lang="en-US" dirty="0"/>
                  <a:t>Boundary Loss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Forces PINN to match BC (uses output gradients)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7A5BA0-8088-CCE4-F303-1F38700DAA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81192" y="2228003"/>
                <a:ext cx="5750781" cy="4532393"/>
              </a:xfrm>
              <a:blipFill>
                <a:blip r:embed="rId3"/>
                <a:stretch>
                  <a:fillRect l="-318" t="-1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F08B575-3581-FDF3-7A20-BDEF36F4E34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096001" y="2228004"/>
                <a:ext cx="5514808" cy="2056320"/>
              </a:xfrm>
            </p:spPr>
            <p:txBody>
              <a:bodyPr anchor="t">
                <a:normAutofit fontScale="92500" lnSpcReduction="20000"/>
              </a:bodyPr>
              <a:lstStyle/>
              <a:p>
                <a:r>
                  <a:rPr lang="en-US" dirty="0"/>
                  <a:t>Initially, the network is completely </a:t>
                </a:r>
                <a:r>
                  <a:rPr lang="en-US" b="1" dirty="0"/>
                  <a:t>wrong</a:t>
                </a:r>
                <a:r>
                  <a:rPr lang="en-US" dirty="0"/>
                  <a:t> everywhere</a:t>
                </a:r>
              </a:p>
              <a:p>
                <a:r>
                  <a:rPr lang="en-US" dirty="0"/>
                  <a:t>Loss function = measure of how </a:t>
                </a:r>
                <a:r>
                  <a:rPr lang="en-US" i="1" dirty="0"/>
                  <a:t>trash</a:t>
                </a:r>
                <a:r>
                  <a:rPr lang="en-US" dirty="0"/>
                  <a:t> the network is</a:t>
                </a:r>
              </a:p>
              <a:p>
                <a:r>
                  <a:rPr lang="en-US" dirty="0"/>
                  <a:t>Powerful tool for enforcing physics in the solution</a:t>
                </a:r>
              </a:p>
              <a:p>
                <a:endParaRPr lang="en-US" dirty="0"/>
              </a:p>
              <a:p>
                <a:r>
                  <a:rPr lang="en-US" dirty="0"/>
                  <a:t>Loss function for PINN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Cost function for regular NN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≈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𝐖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⃑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F08B575-3581-FDF3-7A20-BDEF36F4E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096001" y="2228004"/>
                <a:ext cx="5514808" cy="2056320"/>
              </a:xfrm>
              <a:blipFill>
                <a:blip r:embed="rId4"/>
                <a:stretch>
                  <a:fillRect l="-331" t="-3254" b="-1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C3D5C07-B50C-C05F-C563-1B81D65F72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6053" y="4403151"/>
            <a:ext cx="3194704" cy="229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281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266AE-CD8F-6BB2-EA7D-5C512F6C6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US" dirty="0"/>
              <a:t>Neural Network Training (Process)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23006E-A92A-97AA-4E26-DA3AF8BE193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81193" y="2228003"/>
                <a:ext cx="5422390" cy="3633047"/>
              </a:xfrm>
            </p:spPr>
            <p:txBody>
              <a:bodyPr anchor="t"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accent2"/>
                    </a:solidFill>
                  </a:rPr>
                  <a:t>Process</a:t>
                </a:r>
                <a:endParaRPr lang="en-US" dirty="0"/>
              </a:p>
              <a:p>
                <a:r>
                  <a:rPr lang="en-US" dirty="0"/>
                  <a:t>Forward pass</a:t>
                </a:r>
              </a:p>
              <a:p>
                <a:pPr lvl="1"/>
                <a:r>
                  <a:rPr lang="en-US" dirty="0"/>
                  <a:t>Network predicts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Compute loss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physics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physics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BC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BC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US" dirty="0"/>
                  <a:t> in loss landscape</a:t>
                </a:r>
              </a:p>
              <a:p>
                <a:r>
                  <a:rPr lang="en-US" dirty="0"/>
                  <a:t>Update (optimize) weight matrix and bias vectors</a:t>
                </a:r>
              </a:p>
              <a:p>
                <a:r>
                  <a:rPr lang="en-US" dirty="0"/>
                  <a:t>Repeat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23006E-A92A-97AA-4E26-DA3AF8BE19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81193" y="2228003"/>
                <a:ext cx="5422390" cy="3633047"/>
              </a:xfrm>
              <a:blipFill>
                <a:blip r:embed="rId3"/>
                <a:stretch>
                  <a:fillRect l="-899" t="-1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76AC24-52C3-F1FB-25C4-9AC1BAEDC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4547804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Tools </a:t>
            </a:r>
            <a:endParaRPr lang="en-US" dirty="0"/>
          </a:p>
          <a:p>
            <a:r>
              <a:rPr lang="en-US" dirty="0"/>
              <a:t>Activation functions (shape of function)</a:t>
            </a:r>
          </a:p>
          <a:p>
            <a:pPr lvl="1"/>
            <a:r>
              <a:rPr lang="en-US" dirty="0"/>
              <a:t>Sigmoid</a:t>
            </a:r>
          </a:p>
          <a:p>
            <a:pPr lvl="1"/>
            <a:r>
              <a:rPr lang="en-US" dirty="0" err="1"/>
              <a:t>ReLU</a:t>
            </a:r>
            <a:endParaRPr lang="en-US" dirty="0"/>
          </a:p>
          <a:p>
            <a:pPr lvl="1"/>
            <a:r>
              <a:rPr lang="en-US" dirty="0"/>
              <a:t>Tanh</a:t>
            </a:r>
          </a:p>
          <a:p>
            <a:r>
              <a:rPr lang="en-US" dirty="0"/>
              <a:t>Gradient computer</a:t>
            </a:r>
          </a:p>
          <a:p>
            <a:pPr lvl="1"/>
            <a:r>
              <a:rPr lang="en-US" dirty="0"/>
              <a:t>Backpropagation</a:t>
            </a:r>
          </a:p>
          <a:p>
            <a:pPr lvl="1"/>
            <a:r>
              <a:rPr lang="en-US" dirty="0"/>
              <a:t>Auto differentiation</a:t>
            </a:r>
          </a:p>
          <a:p>
            <a:r>
              <a:rPr lang="en-US" dirty="0"/>
              <a:t>Optimizers</a:t>
            </a:r>
          </a:p>
          <a:p>
            <a:pPr lvl="1"/>
            <a:r>
              <a:rPr lang="en-US" dirty="0"/>
              <a:t>Stochastic Gradient Descent</a:t>
            </a:r>
          </a:p>
          <a:p>
            <a:pPr lvl="1"/>
            <a:r>
              <a:rPr lang="en-US" dirty="0"/>
              <a:t>Adam</a:t>
            </a:r>
          </a:p>
          <a:p>
            <a:pPr lvl="1"/>
            <a:r>
              <a:rPr lang="en-US" dirty="0"/>
              <a:t>Momentum methods</a:t>
            </a:r>
          </a:p>
          <a:p>
            <a:endParaRPr lang="en-US" dirty="0"/>
          </a:p>
        </p:txBody>
      </p:sp>
      <p:pic>
        <p:nvPicPr>
          <p:cNvPr id="1028" name="Picture 4" descr="Activation Function | AI Wiki">
            <a:extLst>
              <a:ext uri="{FF2B5EF4-FFF2-40B4-BE49-F238E27FC236}">
                <a16:creationId xmlns:a16="http://schemas.microsoft.com/office/drawing/2014/main" id="{2C0425D3-2D6B-0667-A9D6-ABDAA881E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4987" y="2998840"/>
            <a:ext cx="3328897" cy="2231922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1856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77601-2DCE-C1D0-DBEC-D1D54B396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EEA44-FB12-6FD9-0EBC-064709A4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US" dirty="0"/>
              <a:t>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FFFD1-0A78-D45A-7DB5-816DF10628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t">
            <a:normAutofit/>
          </a:bodyPr>
          <a:lstStyle/>
          <a:p>
            <a:r>
              <a:rPr lang="en-US" dirty="0"/>
              <a:t>3 layers</a:t>
            </a:r>
          </a:p>
          <a:p>
            <a:r>
              <a:rPr lang="en-US" dirty="0"/>
              <a:t>64 neurons</a:t>
            </a:r>
          </a:p>
          <a:p>
            <a:r>
              <a:rPr lang="en-US" dirty="0"/>
              <a:t>Activation fu</a:t>
            </a:r>
            <a:r>
              <a:rPr lang="en-US" dirty="0">
                <a:solidFill>
                  <a:schemeClr val="tx1"/>
                </a:solidFill>
              </a:rPr>
              <a:t>nc</a:t>
            </a:r>
            <a:r>
              <a:rPr lang="en-US" dirty="0"/>
              <a:t>tion: Tanh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BEE8D5-9D1B-1317-512A-44EE8F6384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t"/>
          <a:lstStyle/>
          <a:p>
            <a:r>
              <a:rPr lang="en-US" b="1" dirty="0" err="1"/>
              <a:t>PyTorch</a:t>
            </a:r>
            <a:r>
              <a:rPr lang="en-US" dirty="0"/>
              <a:t> does some neural network magic automatically</a:t>
            </a:r>
          </a:p>
          <a:p>
            <a:pPr lvl="1"/>
            <a:r>
              <a:rPr lang="en-US" dirty="0"/>
              <a:t> In-depth to understand</a:t>
            </a:r>
          </a:p>
          <a:p>
            <a:pPr lvl="1"/>
            <a:r>
              <a:rPr lang="en-US" dirty="0"/>
              <a:t> Convenient to implement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1011ED-7372-026C-A4DA-4247C4EC5B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76" r="11529"/>
          <a:stretch>
            <a:fillRect/>
          </a:stretch>
        </p:blipFill>
        <p:spPr>
          <a:xfrm>
            <a:off x="581191" y="3673012"/>
            <a:ext cx="4716727" cy="26552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6BF232-038B-80B9-5270-1C22EC81A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870" y="3673013"/>
            <a:ext cx="5673477" cy="265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43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B44DD-753C-20E5-BDAE-5DDCDF31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6" name="BAD_with_error">
            <a:hlinkClick r:id="" action="ppaction://media"/>
            <a:extLst>
              <a:ext uri="{FF2B5EF4-FFF2-40B4-BE49-F238E27FC236}">
                <a16:creationId xmlns:a16="http://schemas.microsoft.com/office/drawing/2014/main" id="{857BF9BB-0381-5A0F-383D-2E3F06F157A4}"/>
              </a:ext>
            </a:extLst>
          </p:cNvPr>
          <p:cNvPicPr>
            <a:picLocks noGrp="1" noChangeAspect="1"/>
          </p:cNvPicPr>
          <p:nvPr>
            <p:ph sz="half" idx="2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0298" y="2500284"/>
            <a:ext cx="11331403" cy="3778241"/>
          </a:xfrm>
        </p:spPr>
      </p:pic>
    </p:spTree>
    <p:extLst>
      <p:ext uri="{BB962C8B-B14F-4D97-AF65-F5344CB8AC3E}">
        <p14:creationId xmlns:p14="http://schemas.microsoft.com/office/powerpoint/2010/main" val="217644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0151D-2894-D63E-3CD0-7709F16D0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progress &amp; Error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95CFC29-87C6-A3F7-A6A5-66FDAA5F84C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81025" y="2314657"/>
            <a:ext cx="5422900" cy="3458999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3254C0D-9B96-B12B-DE69-069B9E9A83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215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B44DD-753C-20E5-BDAE-5DDCDF31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heat_with_error">
            <a:hlinkClick r:id="" action="ppaction://media"/>
            <a:extLst>
              <a:ext uri="{FF2B5EF4-FFF2-40B4-BE49-F238E27FC236}">
                <a16:creationId xmlns:a16="http://schemas.microsoft.com/office/drawing/2014/main" id="{9DDB663A-F7F7-6138-2643-A09EE70127AB}"/>
              </a:ext>
            </a:extLst>
          </p:cNvPr>
          <p:cNvPicPr>
            <a:picLocks noGrp="1" noChangeAspect="1"/>
          </p:cNvPicPr>
          <p:nvPr>
            <p:ph sz="half" idx="2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1193" y="2229003"/>
            <a:ext cx="11029616" cy="3677616"/>
          </a:xfrm>
        </p:spPr>
      </p:pic>
    </p:spTree>
    <p:extLst>
      <p:ext uri="{BB962C8B-B14F-4D97-AF65-F5344CB8AC3E}">
        <p14:creationId xmlns:p14="http://schemas.microsoft.com/office/powerpoint/2010/main" val="4017440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791A7-EC7A-6D88-E93F-E00ADE69E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504EE-EFD4-5D80-C88D-BD0FF37CB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progress &amp; Error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4F43338-6373-8523-816A-C8A7E4FAC7D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81025" y="2314657"/>
            <a:ext cx="5422900" cy="345899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AF477F3-6B9A-5A86-7C29-CEC7979FAD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88075" y="2250546"/>
            <a:ext cx="5422900" cy="358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779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Questions?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Alec Snodgrass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1034" name="Picture 10" descr="Speech bubble flat vector icon ...">
            <a:extLst>
              <a:ext uri="{FF2B5EF4-FFF2-40B4-BE49-F238E27FC236}">
                <a16:creationId xmlns:a16="http://schemas.microsoft.com/office/drawing/2014/main" id="{D2DBCF3B-C757-079B-14F5-2A4E16E107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4"/>
          <a:stretch/>
        </p:blipFill>
        <p:spPr bwMode="auto">
          <a:xfrm>
            <a:off x="2133600" y="914477"/>
            <a:ext cx="4267764" cy="4503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A45B8-7B99-17B5-899C-920511630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71F23F-F73F-DBD6-05C2-0B71E82B565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 anchor="t">
                <a:normAutofit/>
              </a:bodyPr>
              <a:lstStyle/>
              <a:p>
                <a:r>
                  <a:rPr lang="en-US" dirty="0"/>
                  <a:t>Equation: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 = 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 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 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Neumann boundary conditions force cosine terms only</a:t>
                </a:r>
              </a:p>
              <a:p>
                <a:r>
                  <a:rPr lang="en-US" dirty="0"/>
                  <a:t>Separation of variables</a:t>
                </a:r>
              </a:p>
              <a:p>
                <a:r>
                  <a:rPr lang="en-US" dirty="0"/>
                  <a:t>Eigenfunction expansion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Full solution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23"/>
                              </m:r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𝑚𝑛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mπx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nπy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71F23F-F73F-DBD6-05C2-0B71E82B56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449" r="-674" b="-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96027-530A-8D33-503B-4DAA58A66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8" y="2228003"/>
            <a:ext cx="4969317" cy="3633047"/>
          </a:xfrm>
        </p:spPr>
        <p:txBody>
          <a:bodyPr anchor="t">
            <a:normAutofit/>
          </a:bodyPr>
          <a:lstStyle/>
          <a:p>
            <a:r>
              <a:rPr lang="en-US" dirty="0"/>
              <a:t>Not required for PINN to work</a:t>
            </a:r>
          </a:p>
          <a:p>
            <a:r>
              <a:rPr lang="en-US" dirty="0"/>
              <a:t>Required for error analysis </a:t>
            </a:r>
          </a:p>
          <a:p>
            <a:r>
              <a:rPr lang="en-US" dirty="0"/>
              <a:t>Series truncated (infinite series required for exact solution)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39634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1977</TotalTime>
  <Words>867</Words>
  <Application>Microsoft Office PowerPoint</Application>
  <PresentationFormat>Widescreen</PresentationFormat>
  <Paragraphs>195</Paragraphs>
  <Slides>16</Slides>
  <Notes>15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Cambria Math</vt:lpstr>
      <vt:lpstr>Gill Sans MT</vt:lpstr>
      <vt:lpstr>Wingdings 2</vt:lpstr>
      <vt:lpstr>Custom</vt:lpstr>
      <vt:lpstr>Physics-Informed Neural Network (PINN)</vt:lpstr>
      <vt:lpstr>Main Topics</vt:lpstr>
      <vt:lpstr>Motivation</vt:lpstr>
      <vt:lpstr>Neural network</vt:lpstr>
      <vt:lpstr>Physics-informed Neural network (pinn)</vt:lpstr>
      <vt:lpstr>Specific Problem</vt:lpstr>
      <vt:lpstr>Neural Network Training (Overview)</vt:lpstr>
      <vt:lpstr>Loss (Cost) Function</vt:lpstr>
      <vt:lpstr>Neural Network Training (Process)</vt:lpstr>
      <vt:lpstr>Architecture </vt:lpstr>
      <vt:lpstr>Results</vt:lpstr>
      <vt:lpstr>Training progress &amp; Error</vt:lpstr>
      <vt:lpstr>Results</vt:lpstr>
      <vt:lpstr>Training progress &amp; Error</vt:lpstr>
      <vt:lpstr>Questions?</vt:lpstr>
      <vt:lpstr>Analytical 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Alec Snodgrass</dc:creator>
  <cp:lastModifiedBy>Alec Snodgrass</cp:lastModifiedBy>
  <cp:revision>9</cp:revision>
  <dcterms:created xsi:type="dcterms:W3CDTF">2025-04-24T22:55:44Z</dcterms:created>
  <dcterms:modified xsi:type="dcterms:W3CDTF">2026-05-05T20:27:33Z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